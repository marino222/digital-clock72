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20810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7901470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69396895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137623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433481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133355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0225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607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7559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C6BC2-46E8-317D-1ECD-3606E13D8E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27852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115876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080484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72843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89243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7322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607442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536314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241097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79276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81401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25234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326902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6478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6706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5624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308852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5207419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2753197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451983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75768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95743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5082736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415302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7472261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414203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15412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745771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457081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0720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568034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893444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927307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78131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8659839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915116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71710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181635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28771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35724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6449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62130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90140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372972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46681705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554186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826485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434705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5569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1021004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4998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35587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28112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35687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256233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23817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6036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35711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27177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26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1481810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8460629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144669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4236584" name=""/>
          <p:cNvPicPr>
            <a:picLocks noChangeAspect="1"/>
          </p:cNvPicPr>
          <p:nvPr/>
        </p:nvPicPr>
        <p:blipFill rotWithShape="1">
          <a:blip r:embed="rId3"/>
          <a:srcRect l="26314" t="0" r="25756" b="0"/>
          <a:stretch/>
        </p:blipFill>
        <p:spPr bwMode="auto">
          <a:xfrm flipH="0" flipV="0">
            <a:off x="3228690" y="500155"/>
            <a:ext cx="5843511" cy="5857688"/>
          </a:xfrm>
          <a:prstGeom prst="rect">
            <a:avLst/>
          </a:prstGeom>
        </p:spPr>
      </p:pic>
      <p:sp>
        <p:nvSpPr>
          <p:cNvPr id="1753880446" name=""/>
          <p:cNvSpPr/>
          <p:nvPr/>
        </p:nvSpPr>
        <p:spPr bwMode="auto">
          <a:xfrm>
            <a:off x="7152083" y="1799166"/>
            <a:ext cx="1685773" cy="246440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581" y="16961"/>
                </a:moveTo>
                <a:cubicBezTo>
                  <a:pt x="581" y="17624"/>
                  <a:pt x="387" y="18419"/>
                  <a:pt x="387" y="19744"/>
                </a:cubicBezTo>
                <a:cubicBezTo>
                  <a:pt x="387" y="20407"/>
                  <a:pt x="387" y="21334"/>
                  <a:pt x="193" y="22130"/>
                </a:cubicBezTo>
                <a:cubicBezTo>
                  <a:pt x="193" y="23057"/>
                  <a:pt x="0" y="24250"/>
                  <a:pt x="0" y="25045"/>
                </a:cubicBezTo>
                <a:cubicBezTo>
                  <a:pt x="0" y="25973"/>
                  <a:pt x="0" y="26635"/>
                  <a:pt x="193" y="27430"/>
                </a:cubicBezTo>
                <a:cubicBezTo>
                  <a:pt x="193" y="28490"/>
                  <a:pt x="387" y="29418"/>
                  <a:pt x="387" y="30080"/>
                </a:cubicBezTo>
                <a:cubicBezTo>
                  <a:pt x="581" y="30743"/>
                  <a:pt x="581" y="31538"/>
                  <a:pt x="968" y="32333"/>
                </a:cubicBezTo>
                <a:cubicBezTo>
                  <a:pt x="1549" y="33393"/>
                  <a:pt x="2324" y="34056"/>
                  <a:pt x="2905" y="34586"/>
                </a:cubicBezTo>
                <a:cubicBezTo>
                  <a:pt x="4068" y="35249"/>
                  <a:pt x="5617" y="35911"/>
                  <a:pt x="7361" y="36309"/>
                </a:cubicBezTo>
                <a:cubicBezTo>
                  <a:pt x="8523" y="36574"/>
                  <a:pt x="9492" y="36839"/>
                  <a:pt x="11042" y="37236"/>
                </a:cubicBezTo>
                <a:cubicBezTo>
                  <a:pt x="13173" y="37766"/>
                  <a:pt x="14141" y="38031"/>
                  <a:pt x="15110" y="38561"/>
                </a:cubicBezTo>
                <a:cubicBezTo>
                  <a:pt x="16466" y="38959"/>
                  <a:pt x="17822" y="39622"/>
                  <a:pt x="18984" y="40019"/>
                </a:cubicBezTo>
                <a:cubicBezTo>
                  <a:pt x="19759" y="40417"/>
                  <a:pt x="20728" y="40682"/>
                  <a:pt x="22084" y="40947"/>
                </a:cubicBezTo>
                <a:cubicBezTo>
                  <a:pt x="23634" y="41477"/>
                  <a:pt x="24990" y="41874"/>
                  <a:pt x="25958" y="42139"/>
                </a:cubicBezTo>
                <a:cubicBezTo>
                  <a:pt x="27314" y="42537"/>
                  <a:pt x="28283" y="42802"/>
                  <a:pt x="30026" y="43067"/>
                </a:cubicBezTo>
                <a:cubicBezTo>
                  <a:pt x="31576" y="43200"/>
                  <a:pt x="32932" y="43200"/>
                  <a:pt x="34288" y="43200"/>
                </a:cubicBezTo>
                <a:cubicBezTo>
                  <a:pt x="36032" y="42802"/>
                  <a:pt x="37775" y="41874"/>
                  <a:pt x="38550" y="41344"/>
                </a:cubicBezTo>
                <a:cubicBezTo>
                  <a:pt x="39325" y="40682"/>
                  <a:pt x="39713" y="39622"/>
                  <a:pt x="40100" y="38164"/>
                </a:cubicBezTo>
                <a:cubicBezTo>
                  <a:pt x="40294" y="37236"/>
                  <a:pt x="40294" y="36441"/>
                  <a:pt x="40487" y="35779"/>
                </a:cubicBezTo>
                <a:cubicBezTo>
                  <a:pt x="40875" y="34719"/>
                  <a:pt x="40875" y="33923"/>
                  <a:pt x="40875" y="32731"/>
                </a:cubicBezTo>
                <a:cubicBezTo>
                  <a:pt x="40875" y="31803"/>
                  <a:pt x="40487" y="29550"/>
                  <a:pt x="40294" y="28490"/>
                </a:cubicBezTo>
                <a:cubicBezTo>
                  <a:pt x="40294" y="27695"/>
                  <a:pt x="40294" y="27033"/>
                  <a:pt x="40294" y="26370"/>
                </a:cubicBezTo>
                <a:cubicBezTo>
                  <a:pt x="40294" y="25442"/>
                  <a:pt x="40294" y="24382"/>
                  <a:pt x="40294" y="23720"/>
                </a:cubicBezTo>
                <a:cubicBezTo>
                  <a:pt x="40294" y="22792"/>
                  <a:pt x="40294" y="22130"/>
                  <a:pt x="40487" y="21334"/>
                </a:cubicBezTo>
                <a:cubicBezTo>
                  <a:pt x="40681" y="20142"/>
                  <a:pt x="40875" y="18949"/>
                  <a:pt x="41069" y="17757"/>
                </a:cubicBezTo>
                <a:cubicBezTo>
                  <a:pt x="41069" y="17094"/>
                  <a:pt x="41456" y="16034"/>
                  <a:pt x="41650" y="14974"/>
                </a:cubicBezTo>
                <a:cubicBezTo>
                  <a:pt x="41843" y="13914"/>
                  <a:pt x="42037" y="12853"/>
                  <a:pt x="42037" y="12191"/>
                </a:cubicBezTo>
                <a:cubicBezTo>
                  <a:pt x="42037" y="11396"/>
                  <a:pt x="42231" y="10733"/>
                  <a:pt x="42425" y="10071"/>
                </a:cubicBezTo>
                <a:cubicBezTo>
                  <a:pt x="42425" y="9408"/>
                  <a:pt x="42618" y="8746"/>
                  <a:pt x="43006" y="8083"/>
                </a:cubicBezTo>
                <a:cubicBezTo>
                  <a:pt x="43200" y="7288"/>
                  <a:pt x="43200" y="6493"/>
                  <a:pt x="43200" y="5698"/>
                </a:cubicBezTo>
                <a:cubicBezTo>
                  <a:pt x="43200" y="4770"/>
                  <a:pt x="43200" y="4107"/>
                  <a:pt x="42812" y="3312"/>
                </a:cubicBezTo>
                <a:cubicBezTo>
                  <a:pt x="42231" y="2517"/>
                  <a:pt x="40875" y="1722"/>
                  <a:pt x="39906" y="1192"/>
                </a:cubicBezTo>
                <a:cubicBezTo>
                  <a:pt x="37969" y="530"/>
                  <a:pt x="37000" y="397"/>
                  <a:pt x="35838" y="265"/>
                </a:cubicBezTo>
                <a:cubicBezTo>
                  <a:pt x="33901" y="0"/>
                  <a:pt x="32545" y="0"/>
                  <a:pt x="30995" y="0"/>
                </a:cubicBezTo>
                <a:cubicBezTo>
                  <a:pt x="28670" y="0"/>
                  <a:pt x="27121" y="0"/>
                  <a:pt x="25377" y="0"/>
                </a:cubicBezTo>
                <a:cubicBezTo>
                  <a:pt x="23634" y="0"/>
                  <a:pt x="22278" y="0"/>
                  <a:pt x="20921" y="132"/>
                </a:cubicBezTo>
                <a:cubicBezTo>
                  <a:pt x="19953" y="265"/>
                  <a:pt x="18403" y="397"/>
                  <a:pt x="17047" y="397"/>
                </a:cubicBezTo>
                <a:cubicBezTo>
                  <a:pt x="16078" y="397"/>
                  <a:pt x="15110" y="397"/>
                  <a:pt x="13366" y="397"/>
                </a:cubicBezTo>
                <a:cubicBezTo>
                  <a:pt x="12398" y="530"/>
                  <a:pt x="11429" y="927"/>
                  <a:pt x="11042" y="1590"/>
                </a:cubicBezTo>
                <a:cubicBezTo>
                  <a:pt x="10848" y="2517"/>
                  <a:pt x="10848" y="3445"/>
                  <a:pt x="11042" y="4240"/>
                </a:cubicBezTo>
                <a:cubicBezTo>
                  <a:pt x="11042" y="5168"/>
                  <a:pt x="11235" y="6360"/>
                  <a:pt x="11042" y="7685"/>
                </a:cubicBezTo>
                <a:cubicBezTo>
                  <a:pt x="10460" y="8746"/>
                  <a:pt x="9879" y="9408"/>
                  <a:pt x="9104" y="9806"/>
                </a:cubicBezTo>
                <a:cubicBezTo>
                  <a:pt x="8330" y="10203"/>
                  <a:pt x="7167" y="10866"/>
                  <a:pt x="6199" y="11528"/>
                </a:cubicBezTo>
                <a:cubicBezTo>
                  <a:pt x="5424" y="12058"/>
                  <a:pt x="4455" y="12456"/>
                  <a:pt x="3486" y="12721"/>
                </a:cubicBezTo>
                <a:cubicBezTo>
                  <a:pt x="2324" y="13119"/>
                  <a:pt x="1356" y="13516"/>
                  <a:pt x="968" y="14179"/>
                </a:cubicBezTo>
                <a:cubicBezTo>
                  <a:pt x="774" y="14841"/>
                  <a:pt x="774" y="15504"/>
                  <a:pt x="774" y="16299"/>
                </a:cubicBezTo>
                <a:cubicBezTo>
                  <a:pt x="774" y="17094"/>
                  <a:pt x="581" y="17757"/>
                  <a:pt x="581" y="18552"/>
                </a:cubicBezTo>
              </a:path>
            </a:pathLst>
          </a:custGeom>
          <a:noFill/>
          <a:ln w="36000" cap="flat" cmpd="sng" algn="ctr">
            <a:solidFill>
              <a:schemeClr val="accent6"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73618738" name=""/>
          <p:cNvSpPr/>
          <p:nvPr/>
        </p:nvSpPr>
        <p:spPr bwMode="auto">
          <a:xfrm>
            <a:off x="3425238" y="703035"/>
            <a:ext cx="2328333" cy="2184702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20" y="3288"/>
                </a:moveTo>
                <a:cubicBezTo>
                  <a:pt x="420" y="4185"/>
                  <a:pt x="420" y="5082"/>
                  <a:pt x="280" y="6278"/>
                </a:cubicBezTo>
                <a:cubicBezTo>
                  <a:pt x="140" y="7025"/>
                  <a:pt x="140" y="7922"/>
                  <a:pt x="0" y="8968"/>
                </a:cubicBezTo>
                <a:cubicBezTo>
                  <a:pt x="0" y="10314"/>
                  <a:pt x="0" y="11211"/>
                  <a:pt x="0" y="12406"/>
                </a:cubicBezTo>
                <a:cubicBezTo>
                  <a:pt x="0" y="13154"/>
                  <a:pt x="140" y="14649"/>
                  <a:pt x="280" y="15844"/>
                </a:cubicBezTo>
                <a:cubicBezTo>
                  <a:pt x="420" y="16592"/>
                  <a:pt x="561" y="17638"/>
                  <a:pt x="981" y="18834"/>
                </a:cubicBezTo>
                <a:cubicBezTo>
                  <a:pt x="1122" y="20179"/>
                  <a:pt x="1402" y="21226"/>
                  <a:pt x="1683" y="22272"/>
                </a:cubicBezTo>
                <a:cubicBezTo>
                  <a:pt x="1963" y="23319"/>
                  <a:pt x="2244" y="24215"/>
                  <a:pt x="2524" y="25262"/>
                </a:cubicBezTo>
                <a:cubicBezTo>
                  <a:pt x="2945" y="25860"/>
                  <a:pt x="3225" y="26906"/>
                  <a:pt x="3646" y="27803"/>
                </a:cubicBezTo>
                <a:cubicBezTo>
                  <a:pt x="4067" y="28550"/>
                  <a:pt x="4488" y="29298"/>
                  <a:pt x="5049" y="30045"/>
                </a:cubicBezTo>
                <a:cubicBezTo>
                  <a:pt x="5750" y="31092"/>
                  <a:pt x="6311" y="31839"/>
                  <a:pt x="6872" y="32437"/>
                </a:cubicBezTo>
                <a:cubicBezTo>
                  <a:pt x="7293" y="33035"/>
                  <a:pt x="7854" y="33633"/>
                  <a:pt x="8415" y="34231"/>
                </a:cubicBezTo>
                <a:cubicBezTo>
                  <a:pt x="8976" y="34679"/>
                  <a:pt x="9537" y="35426"/>
                  <a:pt x="10379" y="35875"/>
                </a:cubicBezTo>
                <a:cubicBezTo>
                  <a:pt x="11080" y="36622"/>
                  <a:pt x="11781" y="37220"/>
                  <a:pt x="12763" y="37669"/>
                </a:cubicBezTo>
                <a:cubicBezTo>
                  <a:pt x="13745" y="38416"/>
                  <a:pt x="14306" y="38865"/>
                  <a:pt x="14867" y="39313"/>
                </a:cubicBezTo>
                <a:cubicBezTo>
                  <a:pt x="15709" y="39911"/>
                  <a:pt x="16831" y="40509"/>
                  <a:pt x="17812" y="41107"/>
                </a:cubicBezTo>
                <a:cubicBezTo>
                  <a:pt x="18935" y="41555"/>
                  <a:pt x="20197" y="42004"/>
                  <a:pt x="21038" y="42303"/>
                </a:cubicBezTo>
                <a:cubicBezTo>
                  <a:pt x="22161" y="42751"/>
                  <a:pt x="23283" y="43050"/>
                  <a:pt x="24124" y="43050"/>
                </a:cubicBezTo>
                <a:cubicBezTo>
                  <a:pt x="25246" y="43200"/>
                  <a:pt x="26228" y="43200"/>
                  <a:pt x="27350" y="43200"/>
                </a:cubicBezTo>
                <a:cubicBezTo>
                  <a:pt x="28051" y="43200"/>
                  <a:pt x="28753" y="43200"/>
                  <a:pt x="29735" y="43200"/>
                </a:cubicBezTo>
                <a:cubicBezTo>
                  <a:pt x="30857" y="43200"/>
                  <a:pt x="32119" y="43200"/>
                  <a:pt x="33381" y="43200"/>
                </a:cubicBezTo>
                <a:cubicBezTo>
                  <a:pt x="34083" y="43200"/>
                  <a:pt x="35064" y="43050"/>
                  <a:pt x="35906" y="43050"/>
                </a:cubicBezTo>
                <a:cubicBezTo>
                  <a:pt x="36748" y="42901"/>
                  <a:pt x="37589" y="42452"/>
                  <a:pt x="38431" y="42004"/>
                </a:cubicBezTo>
                <a:cubicBezTo>
                  <a:pt x="39132" y="41406"/>
                  <a:pt x="39833" y="41107"/>
                  <a:pt x="40675" y="40658"/>
                </a:cubicBezTo>
                <a:cubicBezTo>
                  <a:pt x="41236" y="40210"/>
                  <a:pt x="41937" y="39612"/>
                  <a:pt x="42498" y="39014"/>
                </a:cubicBezTo>
                <a:cubicBezTo>
                  <a:pt x="42919" y="38267"/>
                  <a:pt x="43200" y="37370"/>
                  <a:pt x="43200" y="36473"/>
                </a:cubicBezTo>
                <a:cubicBezTo>
                  <a:pt x="43200" y="35576"/>
                  <a:pt x="43200" y="34829"/>
                  <a:pt x="42919" y="34081"/>
                </a:cubicBezTo>
                <a:cubicBezTo>
                  <a:pt x="42638" y="33035"/>
                  <a:pt x="42638" y="32287"/>
                  <a:pt x="42638" y="31391"/>
                </a:cubicBezTo>
                <a:cubicBezTo>
                  <a:pt x="42638" y="30643"/>
                  <a:pt x="42779" y="29896"/>
                  <a:pt x="42779" y="29148"/>
                </a:cubicBezTo>
                <a:cubicBezTo>
                  <a:pt x="42779" y="28251"/>
                  <a:pt x="42638" y="27504"/>
                  <a:pt x="42498" y="26757"/>
                </a:cubicBezTo>
                <a:cubicBezTo>
                  <a:pt x="41797" y="26009"/>
                  <a:pt x="41096" y="25411"/>
                  <a:pt x="40394" y="25112"/>
                </a:cubicBezTo>
                <a:cubicBezTo>
                  <a:pt x="39833" y="24664"/>
                  <a:pt x="39132" y="24215"/>
                  <a:pt x="38571" y="23767"/>
                </a:cubicBezTo>
                <a:cubicBezTo>
                  <a:pt x="37589" y="23319"/>
                  <a:pt x="36888" y="22721"/>
                  <a:pt x="35906" y="22123"/>
                </a:cubicBezTo>
                <a:cubicBezTo>
                  <a:pt x="34503" y="21525"/>
                  <a:pt x="33802" y="21076"/>
                  <a:pt x="32961" y="20628"/>
                </a:cubicBezTo>
                <a:cubicBezTo>
                  <a:pt x="31979" y="20030"/>
                  <a:pt x="31137" y="19582"/>
                  <a:pt x="30296" y="18984"/>
                </a:cubicBezTo>
                <a:cubicBezTo>
                  <a:pt x="29735" y="18386"/>
                  <a:pt x="29314" y="17638"/>
                  <a:pt x="29174" y="16293"/>
                </a:cubicBezTo>
                <a:cubicBezTo>
                  <a:pt x="29174" y="14948"/>
                  <a:pt x="29033" y="14051"/>
                  <a:pt x="29033" y="13303"/>
                </a:cubicBezTo>
                <a:cubicBezTo>
                  <a:pt x="29033" y="12556"/>
                  <a:pt x="29033" y="11360"/>
                  <a:pt x="29174" y="10463"/>
                </a:cubicBezTo>
                <a:cubicBezTo>
                  <a:pt x="29174" y="9716"/>
                  <a:pt x="29314" y="8669"/>
                  <a:pt x="29314" y="7623"/>
                </a:cubicBezTo>
                <a:cubicBezTo>
                  <a:pt x="29314" y="6726"/>
                  <a:pt x="29314" y="5979"/>
                  <a:pt x="29314" y="5082"/>
                </a:cubicBezTo>
                <a:cubicBezTo>
                  <a:pt x="29033" y="4185"/>
                  <a:pt x="28612" y="3587"/>
                  <a:pt x="28051" y="2690"/>
                </a:cubicBezTo>
                <a:cubicBezTo>
                  <a:pt x="27490" y="2092"/>
                  <a:pt x="26649" y="1494"/>
                  <a:pt x="25667" y="747"/>
                </a:cubicBezTo>
                <a:cubicBezTo>
                  <a:pt x="24405" y="298"/>
                  <a:pt x="23283" y="149"/>
                  <a:pt x="22581" y="0"/>
                </a:cubicBezTo>
                <a:cubicBezTo>
                  <a:pt x="21600" y="0"/>
                  <a:pt x="20898" y="0"/>
                  <a:pt x="19636" y="0"/>
                </a:cubicBezTo>
                <a:cubicBezTo>
                  <a:pt x="18794" y="0"/>
                  <a:pt x="18093" y="0"/>
                  <a:pt x="17392" y="0"/>
                </a:cubicBezTo>
                <a:cubicBezTo>
                  <a:pt x="16550" y="149"/>
                  <a:pt x="15709" y="149"/>
                  <a:pt x="14446" y="298"/>
                </a:cubicBezTo>
                <a:cubicBezTo>
                  <a:pt x="13184" y="298"/>
                  <a:pt x="12202" y="448"/>
                  <a:pt x="11220" y="448"/>
                </a:cubicBezTo>
                <a:cubicBezTo>
                  <a:pt x="10379" y="597"/>
                  <a:pt x="9397" y="597"/>
                  <a:pt x="8696" y="597"/>
                </a:cubicBezTo>
                <a:cubicBezTo>
                  <a:pt x="7714" y="597"/>
                  <a:pt x="6592" y="597"/>
                  <a:pt x="5890" y="597"/>
                </a:cubicBezTo>
                <a:cubicBezTo>
                  <a:pt x="5189" y="597"/>
                  <a:pt x="4348" y="597"/>
                  <a:pt x="3506" y="597"/>
                </a:cubicBezTo>
                <a:cubicBezTo>
                  <a:pt x="2805" y="747"/>
                  <a:pt x="2103" y="1046"/>
                  <a:pt x="1262" y="1644"/>
                </a:cubicBezTo>
                <a:cubicBezTo>
                  <a:pt x="561" y="1943"/>
                  <a:pt x="140" y="2541"/>
                  <a:pt x="420" y="3288"/>
                </a:cubicBezTo>
                <a:lnTo>
                  <a:pt x="841" y="3886"/>
                </a:lnTo>
              </a:path>
            </a:pathLst>
          </a:custGeom>
          <a:noFill/>
          <a:ln w="36000" cap="flat" cmpd="sng" algn="ctr">
            <a:solidFill>
              <a:schemeClr val="accent4"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8380963" name=""/>
          <p:cNvSpPr/>
          <p:nvPr/>
        </p:nvSpPr>
        <p:spPr bwMode="auto">
          <a:xfrm>
            <a:off x="7356190" y="634999"/>
            <a:ext cx="1542142" cy="110369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1479"/>
                </a:moveTo>
                <a:cubicBezTo>
                  <a:pt x="0" y="2958"/>
                  <a:pt x="0" y="5030"/>
                  <a:pt x="0" y="7101"/>
                </a:cubicBezTo>
                <a:cubicBezTo>
                  <a:pt x="0" y="8876"/>
                  <a:pt x="0" y="11835"/>
                  <a:pt x="0" y="13610"/>
                </a:cubicBezTo>
                <a:cubicBezTo>
                  <a:pt x="0" y="15386"/>
                  <a:pt x="0" y="17457"/>
                  <a:pt x="0" y="20120"/>
                </a:cubicBezTo>
                <a:cubicBezTo>
                  <a:pt x="211" y="21600"/>
                  <a:pt x="211" y="23079"/>
                  <a:pt x="211" y="25742"/>
                </a:cubicBezTo>
                <a:cubicBezTo>
                  <a:pt x="211" y="28109"/>
                  <a:pt x="211" y="29589"/>
                  <a:pt x="423" y="31068"/>
                </a:cubicBezTo>
                <a:cubicBezTo>
                  <a:pt x="423" y="33731"/>
                  <a:pt x="423" y="35210"/>
                  <a:pt x="423" y="37578"/>
                </a:cubicBezTo>
                <a:cubicBezTo>
                  <a:pt x="635" y="39057"/>
                  <a:pt x="1270" y="40832"/>
                  <a:pt x="1694" y="42312"/>
                </a:cubicBezTo>
                <a:cubicBezTo>
                  <a:pt x="2964" y="42904"/>
                  <a:pt x="4658" y="42904"/>
                  <a:pt x="6564" y="42904"/>
                </a:cubicBezTo>
                <a:cubicBezTo>
                  <a:pt x="7623" y="42904"/>
                  <a:pt x="9317" y="42904"/>
                  <a:pt x="10800" y="42904"/>
                </a:cubicBezTo>
                <a:cubicBezTo>
                  <a:pt x="12070" y="42904"/>
                  <a:pt x="13976" y="42904"/>
                  <a:pt x="15670" y="42904"/>
                </a:cubicBezTo>
                <a:cubicBezTo>
                  <a:pt x="16941" y="42904"/>
                  <a:pt x="18635" y="42904"/>
                  <a:pt x="19694" y="42904"/>
                </a:cubicBezTo>
                <a:cubicBezTo>
                  <a:pt x="21811" y="42904"/>
                  <a:pt x="23294" y="42904"/>
                  <a:pt x="24352" y="42904"/>
                </a:cubicBezTo>
                <a:cubicBezTo>
                  <a:pt x="25411" y="42904"/>
                  <a:pt x="27105" y="43200"/>
                  <a:pt x="28799" y="43200"/>
                </a:cubicBezTo>
                <a:cubicBezTo>
                  <a:pt x="30494" y="43200"/>
                  <a:pt x="31976" y="43200"/>
                  <a:pt x="33035" y="43200"/>
                </a:cubicBezTo>
                <a:cubicBezTo>
                  <a:pt x="34729" y="43200"/>
                  <a:pt x="36211" y="43200"/>
                  <a:pt x="37270" y="43200"/>
                </a:cubicBezTo>
                <a:cubicBezTo>
                  <a:pt x="38752" y="42904"/>
                  <a:pt x="39811" y="42312"/>
                  <a:pt x="40870" y="41424"/>
                </a:cubicBezTo>
                <a:cubicBezTo>
                  <a:pt x="41717" y="39353"/>
                  <a:pt x="41929" y="36690"/>
                  <a:pt x="41929" y="34027"/>
                </a:cubicBezTo>
                <a:cubicBezTo>
                  <a:pt x="41929" y="32252"/>
                  <a:pt x="41717" y="30180"/>
                  <a:pt x="41717" y="28405"/>
                </a:cubicBezTo>
                <a:cubicBezTo>
                  <a:pt x="41717" y="25742"/>
                  <a:pt x="41929" y="23967"/>
                  <a:pt x="42141" y="21600"/>
                </a:cubicBezTo>
                <a:cubicBezTo>
                  <a:pt x="42141" y="19824"/>
                  <a:pt x="42564" y="17753"/>
                  <a:pt x="42988" y="15386"/>
                </a:cubicBezTo>
                <a:cubicBezTo>
                  <a:pt x="43200" y="13906"/>
                  <a:pt x="43200" y="12131"/>
                  <a:pt x="43200" y="10652"/>
                </a:cubicBezTo>
                <a:cubicBezTo>
                  <a:pt x="42564" y="9172"/>
                  <a:pt x="41505" y="7693"/>
                  <a:pt x="40658" y="6213"/>
                </a:cubicBezTo>
                <a:cubicBezTo>
                  <a:pt x="39811" y="5030"/>
                  <a:pt x="38329" y="3846"/>
                  <a:pt x="37058" y="2958"/>
                </a:cubicBezTo>
                <a:cubicBezTo>
                  <a:pt x="35576" y="2367"/>
                  <a:pt x="33882" y="1775"/>
                  <a:pt x="32188" y="1183"/>
                </a:cubicBezTo>
                <a:cubicBezTo>
                  <a:pt x="30917" y="1183"/>
                  <a:pt x="29858" y="1183"/>
                  <a:pt x="28376" y="887"/>
                </a:cubicBezTo>
                <a:cubicBezTo>
                  <a:pt x="27317" y="887"/>
                  <a:pt x="26258" y="887"/>
                  <a:pt x="24988" y="887"/>
                </a:cubicBezTo>
                <a:cubicBezTo>
                  <a:pt x="23929" y="887"/>
                  <a:pt x="22447" y="591"/>
                  <a:pt x="21176" y="295"/>
                </a:cubicBezTo>
                <a:cubicBezTo>
                  <a:pt x="20117" y="295"/>
                  <a:pt x="19058" y="295"/>
                  <a:pt x="17788" y="295"/>
                </a:cubicBezTo>
                <a:cubicBezTo>
                  <a:pt x="16094" y="295"/>
                  <a:pt x="15035" y="295"/>
                  <a:pt x="13341" y="295"/>
                </a:cubicBezTo>
                <a:cubicBezTo>
                  <a:pt x="11647" y="295"/>
                  <a:pt x="10164" y="295"/>
                  <a:pt x="8682" y="295"/>
                </a:cubicBezTo>
                <a:cubicBezTo>
                  <a:pt x="7199" y="295"/>
                  <a:pt x="6141" y="295"/>
                  <a:pt x="5082" y="295"/>
                </a:cubicBezTo>
                <a:cubicBezTo>
                  <a:pt x="3599" y="0"/>
                  <a:pt x="2329" y="0"/>
                  <a:pt x="1270" y="0"/>
                </a:cubicBezTo>
                <a:lnTo>
                  <a:pt x="423" y="1183"/>
                </a:lnTo>
              </a:path>
            </a:pathLst>
          </a:custGeom>
          <a:noFill/>
          <a:ln w="36000" cap="flat" cmpd="sng" algn="ctr">
            <a:solidFill>
              <a:schemeClr val="accent2"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84547935" name=""/>
          <p:cNvSpPr/>
          <p:nvPr/>
        </p:nvSpPr>
        <p:spPr bwMode="auto">
          <a:xfrm>
            <a:off x="5413392" y="3900714"/>
            <a:ext cx="1761368" cy="1156606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556" y="23435"/>
                </a:moveTo>
                <a:cubicBezTo>
                  <a:pt x="741" y="25129"/>
                  <a:pt x="927" y="26541"/>
                  <a:pt x="927" y="28235"/>
                </a:cubicBezTo>
                <a:cubicBezTo>
                  <a:pt x="927" y="29929"/>
                  <a:pt x="741" y="31623"/>
                  <a:pt x="370" y="33035"/>
                </a:cubicBezTo>
                <a:cubicBezTo>
                  <a:pt x="185" y="35011"/>
                  <a:pt x="0" y="36423"/>
                  <a:pt x="0" y="38117"/>
                </a:cubicBezTo>
                <a:cubicBezTo>
                  <a:pt x="0" y="39529"/>
                  <a:pt x="370" y="40941"/>
                  <a:pt x="1297" y="42070"/>
                </a:cubicBezTo>
                <a:cubicBezTo>
                  <a:pt x="2410" y="42917"/>
                  <a:pt x="3893" y="43200"/>
                  <a:pt x="4820" y="43200"/>
                </a:cubicBezTo>
                <a:cubicBezTo>
                  <a:pt x="6303" y="43200"/>
                  <a:pt x="7230" y="43200"/>
                  <a:pt x="8157" y="43200"/>
                </a:cubicBezTo>
                <a:cubicBezTo>
                  <a:pt x="9084" y="42917"/>
                  <a:pt x="10753" y="42070"/>
                  <a:pt x="12051" y="41505"/>
                </a:cubicBezTo>
                <a:cubicBezTo>
                  <a:pt x="13163" y="40941"/>
                  <a:pt x="14276" y="40376"/>
                  <a:pt x="15203" y="39811"/>
                </a:cubicBezTo>
                <a:cubicBezTo>
                  <a:pt x="16130" y="39529"/>
                  <a:pt x="17057" y="39247"/>
                  <a:pt x="18355" y="39247"/>
                </a:cubicBezTo>
                <a:cubicBezTo>
                  <a:pt x="19467" y="39247"/>
                  <a:pt x="20580" y="39247"/>
                  <a:pt x="21507" y="38964"/>
                </a:cubicBezTo>
                <a:cubicBezTo>
                  <a:pt x="22434" y="38964"/>
                  <a:pt x="23546" y="38964"/>
                  <a:pt x="24659" y="38964"/>
                </a:cubicBezTo>
                <a:cubicBezTo>
                  <a:pt x="25586" y="38964"/>
                  <a:pt x="26698" y="38682"/>
                  <a:pt x="27625" y="38682"/>
                </a:cubicBezTo>
                <a:cubicBezTo>
                  <a:pt x="28738" y="38964"/>
                  <a:pt x="30036" y="38964"/>
                  <a:pt x="31333" y="38682"/>
                </a:cubicBezTo>
                <a:cubicBezTo>
                  <a:pt x="32817" y="38117"/>
                  <a:pt x="34115" y="37552"/>
                  <a:pt x="35969" y="36705"/>
                </a:cubicBezTo>
                <a:cubicBezTo>
                  <a:pt x="36896" y="35858"/>
                  <a:pt x="38008" y="35294"/>
                  <a:pt x="38935" y="34447"/>
                </a:cubicBezTo>
                <a:cubicBezTo>
                  <a:pt x="39862" y="33317"/>
                  <a:pt x="40604" y="31905"/>
                  <a:pt x="41531" y="30776"/>
                </a:cubicBezTo>
                <a:cubicBezTo>
                  <a:pt x="42272" y="29082"/>
                  <a:pt x="43014" y="26823"/>
                  <a:pt x="43200" y="24847"/>
                </a:cubicBezTo>
                <a:cubicBezTo>
                  <a:pt x="43200" y="23435"/>
                  <a:pt x="43014" y="20894"/>
                  <a:pt x="42458" y="19200"/>
                </a:cubicBezTo>
                <a:cubicBezTo>
                  <a:pt x="41902" y="17505"/>
                  <a:pt x="40975" y="16094"/>
                  <a:pt x="40233" y="14964"/>
                </a:cubicBezTo>
                <a:cubicBezTo>
                  <a:pt x="39491" y="14117"/>
                  <a:pt x="38379" y="13552"/>
                  <a:pt x="37266" y="12705"/>
                </a:cubicBezTo>
                <a:cubicBezTo>
                  <a:pt x="36339" y="11858"/>
                  <a:pt x="35227" y="11294"/>
                  <a:pt x="34485" y="10447"/>
                </a:cubicBezTo>
                <a:cubicBezTo>
                  <a:pt x="33373" y="9600"/>
                  <a:pt x="32260" y="8752"/>
                  <a:pt x="31333" y="8188"/>
                </a:cubicBezTo>
                <a:cubicBezTo>
                  <a:pt x="30221" y="7623"/>
                  <a:pt x="28923" y="7058"/>
                  <a:pt x="27254" y="6494"/>
                </a:cubicBezTo>
                <a:cubicBezTo>
                  <a:pt x="26142" y="5929"/>
                  <a:pt x="25215" y="5082"/>
                  <a:pt x="24659" y="3952"/>
                </a:cubicBezTo>
                <a:cubicBezTo>
                  <a:pt x="23732" y="3105"/>
                  <a:pt x="23175" y="1976"/>
                  <a:pt x="22063" y="1411"/>
                </a:cubicBezTo>
                <a:cubicBezTo>
                  <a:pt x="21136" y="1129"/>
                  <a:pt x="20209" y="1129"/>
                  <a:pt x="19096" y="1129"/>
                </a:cubicBezTo>
                <a:cubicBezTo>
                  <a:pt x="17984" y="847"/>
                  <a:pt x="17057" y="564"/>
                  <a:pt x="15759" y="282"/>
                </a:cubicBezTo>
                <a:cubicBezTo>
                  <a:pt x="14832" y="0"/>
                  <a:pt x="13720" y="0"/>
                  <a:pt x="12793" y="564"/>
                </a:cubicBezTo>
                <a:cubicBezTo>
                  <a:pt x="11866" y="847"/>
                  <a:pt x="9826" y="1411"/>
                  <a:pt x="8714" y="2258"/>
                </a:cubicBezTo>
                <a:cubicBezTo>
                  <a:pt x="7787" y="3670"/>
                  <a:pt x="6860" y="4800"/>
                  <a:pt x="6489" y="6211"/>
                </a:cubicBezTo>
                <a:cubicBezTo>
                  <a:pt x="5933" y="7341"/>
                  <a:pt x="5191" y="8470"/>
                  <a:pt x="4449" y="9600"/>
                </a:cubicBezTo>
                <a:cubicBezTo>
                  <a:pt x="3893" y="10729"/>
                  <a:pt x="3151" y="12705"/>
                  <a:pt x="2966" y="14399"/>
                </a:cubicBezTo>
                <a:cubicBezTo>
                  <a:pt x="2781" y="16376"/>
                  <a:pt x="2410" y="18352"/>
                  <a:pt x="2224" y="19764"/>
                </a:cubicBezTo>
                <a:cubicBezTo>
                  <a:pt x="1854" y="21458"/>
                  <a:pt x="1483" y="22870"/>
                  <a:pt x="1297" y="24282"/>
                </a:cubicBezTo>
              </a:path>
            </a:pathLst>
          </a:custGeom>
          <a:noFill/>
          <a:ln w="36000" cap="flat" cmpd="sng" algn="ctr">
            <a:solidFill>
              <a:srgbClr val="EB46D2">
                <a:alpha val="99999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508980" name=""/>
          <p:cNvSpPr/>
          <p:nvPr/>
        </p:nvSpPr>
        <p:spPr bwMode="auto">
          <a:xfrm>
            <a:off x="5541904" y="4989285"/>
            <a:ext cx="1927678" cy="126999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9482" y="514"/>
                </a:moveTo>
                <a:cubicBezTo>
                  <a:pt x="18635" y="514"/>
                  <a:pt x="17788" y="514"/>
                  <a:pt x="16602" y="771"/>
                </a:cubicBezTo>
                <a:cubicBezTo>
                  <a:pt x="15755" y="1028"/>
                  <a:pt x="14908" y="1285"/>
                  <a:pt x="14061" y="1542"/>
                </a:cubicBezTo>
                <a:cubicBezTo>
                  <a:pt x="13214" y="1800"/>
                  <a:pt x="12367" y="2314"/>
                  <a:pt x="11689" y="3857"/>
                </a:cubicBezTo>
                <a:cubicBezTo>
                  <a:pt x="11011" y="4885"/>
                  <a:pt x="10503" y="6171"/>
                  <a:pt x="10164" y="7457"/>
                </a:cubicBezTo>
                <a:cubicBezTo>
                  <a:pt x="9995" y="8742"/>
                  <a:pt x="9825" y="10542"/>
                  <a:pt x="9487" y="12342"/>
                </a:cubicBezTo>
                <a:cubicBezTo>
                  <a:pt x="9317" y="13628"/>
                  <a:pt x="9148" y="14914"/>
                  <a:pt x="8809" y="16200"/>
                </a:cubicBezTo>
                <a:cubicBezTo>
                  <a:pt x="8301" y="17485"/>
                  <a:pt x="7623" y="18514"/>
                  <a:pt x="6945" y="19800"/>
                </a:cubicBezTo>
                <a:cubicBezTo>
                  <a:pt x="6268" y="20571"/>
                  <a:pt x="5251" y="21342"/>
                  <a:pt x="4065" y="22114"/>
                </a:cubicBezTo>
                <a:cubicBezTo>
                  <a:pt x="3049" y="22885"/>
                  <a:pt x="1863" y="23914"/>
                  <a:pt x="1355" y="25200"/>
                </a:cubicBezTo>
                <a:cubicBezTo>
                  <a:pt x="847" y="26742"/>
                  <a:pt x="508" y="28028"/>
                  <a:pt x="338" y="29314"/>
                </a:cubicBezTo>
                <a:cubicBezTo>
                  <a:pt x="0" y="31628"/>
                  <a:pt x="0" y="33428"/>
                  <a:pt x="169" y="35485"/>
                </a:cubicBezTo>
                <a:cubicBezTo>
                  <a:pt x="508" y="36771"/>
                  <a:pt x="677" y="38571"/>
                  <a:pt x="1016" y="39857"/>
                </a:cubicBezTo>
                <a:cubicBezTo>
                  <a:pt x="1524" y="40885"/>
                  <a:pt x="2371" y="41399"/>
                  <a:pt x="3727" y="41657"/>
                </a:cubicBezTo>
                <a:cubicBezTo>
                  <a:pt x="4743" y="41914"/>
                  <a:pt x="5929" y="41914"/>
                  <a:pt x="6776" y="41914"/>
                </a:cubicBezTo>
                <a:cubicBezTo>
                  <a:pt x="7792" y="42171"/>
                  <a:pt x="8809" y="42171"/>
                  <a:pt x="10164" y="42171"/>
                </a:cubicBezTo>
                <a:cubicBezTo>
                  <a:pt x="11350" y="42428"/>
                  <a:pt x="12875" y="42685"/>
                  <a:pt x="14230" y="42685"/>
                </a:cubicBezTo>
                <a:cubicBezTo>
                  <a:pt x="15247" y="42942"/>
                  <a:pt x="16941" y="42942"/>
                  <a:pt x="18465" y="42942"/>
                </a:cubicBezTo>
                <a:cubicBezTo>
                  <a:pt x="19312" y="42942"/>
                  <a:pt x="20498" y="43200"/>
                  <a:pt x="21515" y="43200"/>
                </a:cubicBezTo>
                <a:cubicBezTo>
                  <a:pt x="22701" y="43200"/>
                  <a:pt x="23548" y="43200"/>
                  <a:pt x="24395" y="43200"/>
                </a:cubicBezTo>
                <a:cubicBezTo>
                  <a:pt x="25411" y="43200"/>
                  <a:pt x="26597" y="43200"/>
                  <a:pt x="27614" y="42685"/>
                </a:cubicBezTo>
                <a:cubicBezTo>
                  <a:pt x="28461" y="42428"/>
                  <a:pt x="29477" y="41399"/>
                  <a:pt x="30155" y="40371"/>
                </a:cubicBezTo>
                <a:cubicBezTo>
                  <a:pt x="30832" y="39085"/>
                  <a:pt x="31341" y="37799"/>
                  <a:pt x="31341" y="36257"/>
                </a:cubicBezTo>
                <a:cubicBezTo>
                  <a:pt x="31341" y="34971"/>
                  <a:pt x="31341" y="33171"/>
                  <a:pt x="31680" y="31371"/>
                </a:cubicBezTo>
                <a:cubicBezTo>
                  <a:pt x="31849" y="29828"/>
                  <a:pt x="32527" y="28800"/>
                  <a:pt x="33204" y="27514"/>
                </a:cubicBezTo>
                <a:cubicBezTo>
                  <a:pt x="34051" y="26485"/>
                  <a:pt x="34729" y="25714"/>
                  <a:pt x="35576" y="24942"/>
                </a:cubicBezTo>
                <a:cubicBezTo>
                  <a:pt x="36423" y="24942"/>
                  <a:pt x="37440" y="24942"/>
                  <a:pt x="38625" y="24428"/>
                </a:cubicBezTo>
                <a:cubicBezTo>
                  <a:pt x="39811" y="23657"/>
                  <a:pt x="40997" y="22371"/>
                  <a:pt x="42014" y="20828"/>
                </a:cubicBezTo>
                <a:cubicBezTo>
                  <a:pt x="42691" y="18771"/>
                  <a:pt x="43030" y="17485"/>
                  <a:pt x="43200" y="16200"/>
                </a:cubicBezTo>
                <a:cubicBezTo>
                  <a:pt x="42861" y="14914"/>
                  <a:pt x="42691" y="13628"/>
                  <a:pt x="42352" y="11828"/>
                </a:cubicBezTo>
                <a:cubicBezTo>
                  <a:pt x="41336" y="9514"/>
                  <a:pt x="40150" y="7200"/>
                  <a:pt x="39642" y="6171"/>
                </a:cubicBezTo>
                <a:cubicBezTo>
                  <a:pt x="38964" y="5142"/>
                  <a:pt x="38117" y="3857"/>
                  <a:pt x="37270" y="2828"/>
                </a:cubicBezTo>
                <a:cubicBezTo>
                  <a:pt x="36423" y="1542"/>
                  <a:pt x="35068" y="771"/>
                  <a:pt x="34221" y="257"/>
                </a:cubicBezTo>
                <a:cubicBezTo>
                  <a:pt x="33204" y="0"/>
                  <a:pt x="32188" y="0"/>
                  <a:pt x="30494" y="0"/>
                </a:cubicBezTo>
                <a:cubicBezTo>
                  <a:pt x="29647" y="0"/>
                  <a:pt x="28800" y="0"/>
                  <a:pt x="27275" y="0"/>
                </a:cubicBezTo>
                <a:cubicBezTo>
                  <a:pt x="26428" y="0"/>
                  <a:pt x="25411" y="0"/>
                  <a:pt x="24395" y="0"/>
                </a:cubicBezTo>
                <a:cubicBezTo>
                  <a:pt x="23548" y="0"/>
                  <a:pt x="21345" y="0"/>
                  <a:pt x="20329" y="0"/>
                </a:cubicBezTo>
                <a:cubicBezTo>
                  <a:pt x="19143" y="0"/>
                  <a:pt x="18296" y="0"/>
                  <a:pt x="17449" y="0"/>
                </a:cubicBezTo>
              </a:path>
            </a:pathLst>
          </a:custGeom>
          <a:noFill/>
          <a:ln w="36000" cap="flat" cmpd="sng" algn="ctr">
            <a:solidFill>
              <a:schemeClr val="accent1"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4418494" name=""/>
          <p:cNvSpPr/>
          <p:nvPr/>
        </p:nvSpPr>
        <p:spPr bwMode="auto">
          <a:xfrm>
            <a:off x="5080773" y="650118"/>
            <a:ext cx="2434166" cy="158749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7817"/>
                </a:moveTo>
                <a:cubicBezTo>
                  <a:pt x="0" y="10080"/>
                  <a:pt x="0" y="11314"/>
                  <a:pt x="0" y="12960"/>
                </a:cubicBezTo>
                <a:cubicBezTo>
                  <a:pt x="134" y="14194"/>
                  <a:pt x="268" y="15634"/>
                  <a:pt x="402" y="16662"/>
                </a:cubicBezTo>
                <a:cubicBezTo>
                  <a:pt x="402" y="17897"/>
                  <a:pt x="402" y="19337"/>
                  <a:pt x="402" y="20571"/>
                </a:cubicBezTo>
                <a:cubicBezTo>
                  <a:pt x="536" y="22011"/>
                  <a:pt x="536" y="23040"/>
                  <a:pt x="804" y="24068"/>
                </a:cubicBezTo>
                <a:cubicBezTo>
                  <a:pt x="1073" y="25097"/>
                  <a:pt x="1341" y="26125"/>
                  <a:pt x="1744" y="27154"/>
                </a:cubicBezTo>
                <a:cubicBezTo>
                  <a:pt x="2280" y="27771"/>
                  <a:pt x="2817" y="28388"/>
                  <a:pt x="4024" y="29211"/>
                </a:cubicBezTo>
                <a:cubicBezTo>
                  <a:pt x="4695" y="29417"/>
                  <a:pt x="5500" y="29828"/>
                  <a:pt x="6305" y="30240"/>
                </a:cubicBezTo>
                <a:cubicBezTo>
                  <a:pt x="7110" y="31062"/>
                  <a:pt x="7915" y="31680"/>
                  <a:pt x="8720" y="32091"/>
                </a:cubicBezTo>
                <a:cubicBezTo>
                  <a:pt x="9391" y="32914"/>
                  <a:pt x="10330" y="33531"/>
                  <a:pt x="11537" y="34354"/>
                </a:cubicBezTo>
                <a:cubicBezTo>
                  <a:pt x="12208" y="34765"/>
                  <a:pt x="13013" y="35177"/>
                  <a:pt x="14086" y="35588"/>
                </a:cubicBezTo>
                <a:cubicBezTo>
                  <a:pt x="14757" y="35588"/>
                  <a:pt x="15428" y="35794"/>
                  <a:pt x="16233" y="35794"/>
                </a:cubicBezTo>
                <a:cubicBezTo>
                  <a:pt x="17172" y="35794"/>
                  <a:pt x="17843" y="35794"/>
                  <a:pt x="19050" y="35794"/>
                </a:cubicBezTo>
                <a:cubicBezTo>
                  <a:pt x="19855" y="35794"/>
                  <a:pt x="20526" y="35588"/>
                  <a:pt x="21331" y="35588"/>
                </a:cubicBezTo>
                <a:cubicBezTo>
                  <a:pt x="22539" y="35382"/>
                  <a:pt x="23612" y="35382"/>
                  <a:pt x="24283" y="35382"/>
                </a:cubicBezTo>
                <a:cubicBezTo>
                  <a:pt x="25356" y="35382"/>
                  <a:pt x="26027" y="35382"/>
                  <a:pt x="26832" y="35382"/>
                </a:cubicBezTo>
                <a:cubicBezTo>
                  <a:pt x="27503" y="35794"/>
                  <a:pt x="28039" y="36617"/>
                  <a:pt x="28844" y="37028"/>
                </a:cubicBezTo>
                <a:cubicBezTo>
                  <a:pt x="29381" y="38057"/>
                  <a:pt x="30186" y="38674"/>
                  <a:pt x="30857" y="39291"/>
                </a:cubicBezTo>
                <a:cubicBezTo>
                  <a:pt x="31527" y="39702"/>
                  <a:pt x="32332" y="40320"/>
                  <a:pt x="33137" y="40731"/>
                </a:cubicBezTo>
                <a:cubicBezTo>
                  <a:pt x="33808" y="40937"/>
                  <a:pt x="34479" y="41348"/>
                  <a:pt x="35150" y="41965"/>
                </a:cubicBezTo>
                <a:cubicBezTo>
                  <a:pt x="36089" y="42377"/>
                  <a:pt x="36760" y="42582"/>
                  <a:pt x="37833" y="42788"/>
                </a:cubicBezTo>
                <a:cubicBezTo>
                  <a:pt x="38772" y="42994"/>
                  <a:pt x="39845" y="43200"/>
                  <a:pt x="40516" y="43200"/>
                </a:cubicBezTo>
                <a:cubicBezTo>
                  <a:pt x="41321" y="42788"/>
                  <a:pt x="41992" y="42582"/>
                  <a:pt x="42663" y="41760"/>
                </a:cubicBezTo>
                <a:cubicBezTo>
                  <a:pt x="43200" y="40937"/>
                  <a:pt x="43200" y="39702"/>
                  <a:pt x="43065" y="38468"/>
                </a:cubicBezTo>
                <a:cubicBezTo>
                  <a:pt x="42663" y="37645"/>
                  <a:pt x="42529" y="36411"/>
                  <a:pt x="42529" y="35177"/>
                </a:cubicBezTo>
                <a:cubicBezTo>
                  <a:pt x="42395" y="33942"/>
                  <a:pt x="41992" y="32708"/>
                  <a:pt x="41590" y="31680"/>
                </a:cubicBezTo>
                <a:cubicBezTo>
                  <a:pt x="41187" y="30857"/>
                  <a:pt x="40785" y="30034"/>
                  <a:pt x="40248" y="29417"/>
                </a:cubicBezTo>
                <a:cubicBezTo>
                  <a:pt x="39711" y="27977"/>
                  <a:pt x="39175" y="26948"/>
                  <a:pt x="38906" y="25508"/>
                </a:cubicBezTo>
                <a:cubicBezTo>
                  <a:pt x="38772" y="24068"/>
                  <a:pt x="38772" y="22628"/>
                  <a:pt x="38638" y="21188"/>
                </a:cubicBezTo>
                <a:cubicBezTo>
                  <a:pt x="38504" y="19748"/>
                  <a:pt x="38504" y="18514"/>
                  <a:pt x="38370" y="17074"/>
                </a:cubicBezTo>
                <a:cubicBezTo>
                  <a:pt x="38236" y="15634"/>
                  <a:pt x="38101" y="14605"/>
                  <a:pt x="37967" y="13577"/>
                </a:cubicBezTo>
                <a:cubicBezTo>
                  <a:pt x="37699" y="12548"/>
                  <a:pt x="37565" y="10902"/>
                  <a:pt x="37028" y="9462"/>
                </a:cubicBezTo>
                <a:cubicBezTo>
                  <a:pt x="36626" y="8022"/>
                  <a:pt x="35821" y="6994"/>
                  <a:pt x="35150" y="5965"/>
                </a:cubicBezTo>
                <a:cubicBezTo>
                  <a:pt x="34613" y="4731"/>
                  <a:pt x="34077" y="3702"/>
                  <a:pt x="33406" y="3085"/>
                </a:cubicBezTo>
                <a:cubicBezTo>
                  <a:pt x="32735" y="2468"/>
                  <a:pt x="32064" y="2057"/>
                  <a:pt x="31393" y="1645"/>
                </a:cubicBezTo>
                <a:cubicBezTo>
                  <a:pt x="30722" y="1439"/>
                  <a:pt x="29649" y="1028"/>
                  <a:pt x="28978" y="822"/>
                </a:cubicBezTo>
                <a:cubicBezTo>
                  <a:pt x="27637" y="617"/>
                  <a:pt x="26966" y="617"/>
                  <a:pt x="26161" y="411"/>
                </a:cubicBezTo>
                <a:cubicBezTo>
                  <a:pt x="25490" y="205"/>
                  <a:pt x="24685" y="205"/>
                  <a:pt x="22807" y="205"/>
                </a:cubicBezTo>
                <a:cubicBezTo>
                  <a:pt x="21465" y="0"/>
                  <a:pt x="20660" y="0"/>
                  <a:pt x="19319" y="0"/>
                </a:cubicBezTo>
                <a:cubicBezTo>
                  <a:pt x="18245" y="205"/>
                  <a:pt x="17038" y="411"/>
                  <a:pt x="15831" y="411"/>
                </a:cubicBezTo>
                <a:cubicBezTo>
                  <a:pt x="15160" y="617"/>
                  <a:pt x="14086" y="822"/>
                  <a:pt x="13416" y="1028"/>
                </a:cubicBezTo>
                <a:cubicBezTo>
                  <a:pt x="12745" y="1028"/>
                  <a:pt x="11672" y="1028"/>
                  <a:pt x="10732" y="1028"/>
                </a:cubicBezTo>
                <a:cubicBezTo>
                  <a:pt x="9927" y="1028"/>
                  <a:pt x="9257" y="1028"/>
                  <a:pt x="8318" y="1028"/>
                </a:cubicBezTo>
                <a:cubicBezTo>
                  <a:pt x="7647" y="1028"/>
                  <a:pt x="6842" y="1234"/>
                  <a:pt x="5768" y="1439"/>
                </a:cubicBezTo>
                <a:cubicBezTo>
                  <a:pt x="4829" y="2057"/>
                  <a:pt x="3890" y="2468"/>
                  <a:pt x="3085" y="2674"/>
                </a:cubicBezTo>
                <a:cubicBezTo>
                  <a:pt x="2012" y="3085"/>
                  <a:pt x="1341" y="3497"/>
                  <a:pt x="939" y="4525"/>
                </a:cubicBezTo>
                <a:cubicBezTo>
                  <a:pt x="939" y="5554"/>
                  <a:pt x="939" y="6582"/>
                  <a:pt x="536" y="7611"/>
                </a:cubicBezTo>
              </a:path>
            </a:pathLst>
          </a:custGeom>
          <a:noFill/>
          <a:ln w="36000" cap="flat" cmpd="sng" algn="ctr">
            <a:solidFill>
              <a:schemeClr val="accent1"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7846239" name=""/>
          <p:cNvSpPr/>
          <p:nvPr/>
        </p:nvSpPr>
        <p:spPr bwMode="auto">
          <a:xfrm>
            <a:off x="3228690" y="4067023"/>
            <a:ext cx="1496785" cy="2199821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6981" y="3117"/>
                </a:moveTo>
                <a:cubicBezTo>
                  <a:pt x="5890" y="2969"/>
                  <a:pt x="4363" y="3414"/>
                  <a:pt x="3054" y="4008"/>
                </a:cubicBezTo>
                <a:cubicBezTo>
                  <a:pt x="2181" y="5047"/>
                  <a:pt x="1309" y="5938"/>
                  <a:pt x="872" y="6828"/>
                </a:cubicBezTo>
                <a:cubicBezTo>
                  <a:pt x="654" y="7571"/>
                  <a:pt x="436" y="9055"/>
                  <a:pt x="436" y="9797"/>
                </a:cubicBezTo>
                <a:cubicBezTo>
                  <a:pt x="436" y="10540"/>
                  <a:pt x="654" y="11430"/>
                  <a:pt x="654" y="12470"/>
                </a:cubicBezTo>
                <a:cubicBezTo>
                  <a:pt x="654" y="13360"/>
                  <a:pt x="654" y="14993"/>
                  <a:pt x="654" y="16181"/>
                </a:cubicBezTo>
                <a:cubicBezTo>
                  <a:pt x="654" y="17369"/>
                  <a:pt x="218" y="18853"/>
                  <a:pt x="218" y="19595"/>
                </a:cubicBezTo>
                <a:cubicBezTo>
                  <a:pt x="218" y="20486"/>
                  <a:pt x="0" y="21228"/>
                  <a:pt x="0" y="21971"/>
                </a:cubicBezTo>
                <a:cubicBezTo>
                  <a:pt x="0" y="23158"/>
                  <a:pt x="218" y="24643"/>
                  <a:pt x="218" y="25534"/>
                </a:cubicBezTo>
                <a:cubicBezTo>
                  <a:pt x="436" y="26276"/>
                  <a:pt x="872" y="27463"/>
                  <a:pt x="1090" y="28651"/>
                </a:cubicBezTo>
                <a:cubicBezTo>
                  <a:pt x="1090" y="29393"/>
                  <a:pt x="1090" y="30432"/>
                  <a:pt x="1090" y="31175"/>
                </a:cubicBezTo>
                <a:cubicBezTo>
                  <a:pt x="1090" y="31917"/>
                  <a:pt x="1090" y="32659"/>
                  <a:pt x="1090" y="34144"/>
                </a:cubicBezTo>
                <a:cubicBezTo>
                  <a:pt x="1090" y="35331"/>
                  <a:pt x="1090" y="36519"/>
                  <a:pt x="1090" y="37558"/>
                </a:cubicBezTo>
                <a:cubicBezTo>
                  <a:pt x="1309" y="38449"/>
                  <a:pt x="1963" y="39488"/>
                  <a:pt x="2618" y="40230"/>
                </a:cubicBezTo>
                <a:cubicBezTo>
                  <a:pt x="3272" y="40824"/>
                  <a:pt x="3927" y="41567"/>
                  <a:pt x="4799" y="42012"/>
                </a:cubicBezTo>
                <a:cubicBezTo>
                  <a:pt x="6981" y="42606"/>
                  <a:pt x="8072" y="42606"/>
                  <a:pt x="9381" y="42754"/>
                </a:cubicBezTo>
                <a:cubicBezTo>
                  <a:pt x="11127" y="42903"/>
                  <a:pt x="12218" y="42903"/>
                  <a:pt x="13963" y="42903"/>
                </a:cubicBezTo>
                <a:cubicBezTo>
                  <a:pt x="16145" y="42754"/>
                  <a:pt x="17672" y="42754"/>
                  <a:pt x="20290" y="42754"/>
                </a:cubicBezTo>
                <a:cubicBezTo>
                  <a:pt x="21600" y="42754"/>
                  <a:pt x="22690" y="42754"/>
                  <a:pt x="23781" y="42903"/>
                </a:cubicBezTo>
                <a:cubicBezTo>
                  <a:pt x="24872" y="42903"/>
                  <a:pt x="26400" y="43051"/>
                  <a:pt x="27709" y="43200"/>
                </a:cubicBezTo>
                <a:cubicBezTo>
                  <a:pt x="29018" y="43200"/>
                  <a:pt x="30763" y="43200"/>
                  <a:pt x="32509" y="43051"/>
                </a:cubicBezTo>
                <a:cubicBezTo>
                  <a:pt x="34254" y="42903"/>
                  <a:pt x="35563" y="42754"/>
                  <a:pt x="37090" y="42606"/>
                </a:cubicBezTo>
                <a:cubicBezTo>
                  <a:pt x="38618" y="42160"/>
                  <a:pt x="39709" y="41715"/>
                  <a:pt x="40145" y="40973"/>
                </a:cubicBezTo>
                <a:cubicBezTo>
                  <a:pt x="40581" y="40230"/>
                  <a:pt x="41018" y="39488"/>
                  <a:pt x="41454" y="38597"/>
                </a:cubicBezTo>
                <a:cubicBezTo>
                  <a:pt x="41890" y="37261"/>
                  <a:pt x="42109" y="36519"/>
                  <a:pt x="42327" y="35777"/>
                </a:cubicBezTo>
                <a:cubicBezTo>
                  <a:pt x="42763" y="34738"/>
                  <a:pt x="43200" y="33995"/>
                  <a:pt x="43200" y="33253"/>
                </a:cubicBezTo>
                <a:cubicBezTo>
                  <a:pt x="42981" y="32511"/>
                  <a:pt x="42981" y="31769"/>
                  <a:pt x="42981" y="31026"/>
                </a:cubicBezTo>
                <a:cubicBezTo>
                  <a:pt x="42763" y="30284"/>
                  <a:pt x="42763" y="29096"/>
                  <a:pt x="42545" y="28354"/>
                </a:cubicBezTo>
                <a:cubicBezTo>
                  <a:pt x="42327" y="27463"/>
                  <a:pt x="41890" y="26573"/>
                  <a:pt x="41454" y="25830"/>
                </a:cubicBezTo>
                <a:cubicBezTo>
                  <a:pt x="41236" y="25088"/>
                  <a:pt x="40800" y="24197"/>
                  <a:pt x="40800" y="23455"/>
                </a:cubicBezTo>
                <a:cubicBezTo>
                  <a:pt x="40581" y="22416"/>
                  <a:pt x="40581" y="21525"/>
                  <a:pt x="40363" y="20783"/>
                </a:cubicBezTo>
                <a:cubicBezTo>
                  <a:pt x="40145" y="19744"/>
                  <a:pt x="39927" y="18853"/>
                  <a:pt x="39927" y="17814"/>
                </a:cubicBezTo>
                <a:cubicBezTo>
                  <a:pt x="39709" y="17072"/>
                  <a:pt x="39709" y="16032"/>
                  <a:pt x="39927" y="15290"/>
                </a:cubicBezTo>
                <a:cubicBezTo>
                  <a:pt x="40145" y="14400"/>
                  <a:pt x="39927" y="13657"/>
                  <a:pt x="39709" y="12618"/>
                </a:cubicBezTo>
                <a:cubicBezTo>
                  <a:pt x="39272" y="11876"/>
                  <a:pt x="38836" y="11134"/>
                  <a:pt x="38181" y="10391"/>
                </a:cubicBezTo>
                <a:cubicBezTo>
                  <a:pt x="37309" y="9649"/>
                  <a:pt x="36654" y="8758"/>
                  <a:pt x="36000" y="8164"/>
                </a:cubicBezTo>
                <a:cubicBezTo>
                  <a:pt x="35127" y="7571"/>
                  <a:pt x="34472" y="6680"/>
                  <a:pt x="33381" y="6086"/>
                </a:cubicBezTo>
                <a:cubicBezTo>
                  <a:pt x="32727" y="5492"/>
                  <a:pt x="31636" y="4750"/>
                  <a:pt x="30981" y="4156"/>
                </a:cubicBezTo>
                <a:cubicBezTo>
                  <a:pt x="30109" y="3711"/>
                  <a:pt x="29018" y="2969"/>
                  <a:pt x="27927" y="2672"/>
                </a:cubicBezTo>
                <a:cubicBezTo>
                  <a:pt x="27054" y="1929"/>
                  <a:pt x="25963" y="1484"/>
                  <a:pt x="24654" y="1039"/>
                </a:cubicBezTo>
                <a:cubicBezTo>
                  <a:pt x="23345" y="593"/>
                  <a:pt x="22036" y="296"/>
                  <a:pt x="20509" y="0"/>
                </a:cubicBezTo>
                <a:cubicBezTo>
                  <a:pt x="18981" y="0"/>
                  <a:pt x="17018" y="0"/>
                  <a:pt x="15927" y="0"/>
                </a:cubicBezTo>
                <a:cubicBezTo>
                  <a:pt x="14399" y="0"/>
                  <a:pt x="13090" y="148"/>
                  <a:pt x="11999" y="296"/>
                </a:cubicBezTo>
                <a:cubicBezTo>
                  <a:pt x="10909" y="445"/>
                  <a:pt x="9818" y="890"/>
                  <a:pt x="8727" y="1336"/>
                </a:cubicBezTo>
                <a:cubicBezTo>
                  <a:pt x="7854" y="1781"/>
                  <a:pt x="6545" y="2226"/>
                  <a:pt x="5454" y="2672"/>
                </a:cubicBezTo>
                <a:quadBezTo>
                  <a:pt x="4581" y="3117"/>
                  <a:pt x="3490" y="3711"/>
                </a:quad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62516810" name=""/>
          <p:cNvSpPr/>
          <p:nvPr/>
        </p:nvSpPr>
        <p:spPr bwMode="auto">
          <a:xfrm>
            <a:off x="3515952" y="2698749"/>
            <a:ext cx="2366130" cy="340178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9184" y="9504"/>
                </a:moveTo>
                <a:cubicBezTo>
                  <a:pt x="19184" y="9984"/>
                  <a:pt x="18908" y="10464"/>
                  <a:pt x="19046" y="10944"/>
                </a:cubicBezTo>
                <a:cubicBezTo>
                  <a:pt x="19046" y="11423"/>
                  <a:pt x="19046" y="11903"/>
                  <a:pt x="19046" y="12383"/>
                </a:cubicBezTo>
                <a:cubicBezTo>
                  <a:pt x="19322" y="12959"/>
                  <a:pt x="19736" y="13344"/>
                  <a:pt x="20426" y="13632"/>
                </a:cubicBezTo>
                <a:cubicBezTo>
                  <a:pt x="20978" y="13920"/>
                  <a:pt x="21807" y="14208"/>
                  <a:pt x="22635" y="14496"/>
                </a:cubicBezTo>
                <a:cubicBezTo>
                  <a:pt x="23325" y="14687"/>
                  <a:pt x="24291" y="14975"/>
                  <a:pt x="24981" y="15263"/>
                </a:cubicBezTo>
                <a:cubicBezTo>
                  <a:pt x="25671" y="15359"/>
                  <a:pt x="26361" y="15551"/>
                  <a:pt x="27051" y="15839"/>
                </a:cubicBezTo>
                <a:cubicBezTo>
                  <a:pt x="27879" y="16127"/>
                  <a:pt x="28431" y="16415"/>
                  <a:pt x="29260" y="16703"/>
                </a:cubicBezTo>
                <a:cubicBezTo>
                  <a:pt x="29950" y="16896"/>
                  <a:pt x="30778" y="17088"/>
                  <a:pt x="31468" y="17280"/>
                </a:cubicBezTo>
                <a:cubicBezTo>
                  <a:pt x="32020" y="17568"/>
                  <a:pt x="32710" y="17856"/>
                  <a:pt x="33400" y="18048"/>
                </a:cubicBezTo>
                <a:cubicBezTo>
                  <a:pt x="33814" y="18432"/>
                  <a:pt x="34228" y="18815"/>
                  <a:pt x="34228" y="19391"/>
                </a:cubicBezTo>
                <a:cubicBezTo>
                  <a:pt x="34228" y="19871"/>
                  <a:pt x="34228" y="20351"/>
                  <a:pt x="34228" y="20832"/>
                </a:cubicBezTo>
                <a:cubicBezTo>
                  <a:pt x="34366" y="21312"/>
                  <a:pt x="34366" y="21792"/>
                  <a:pt x="34504" y="22271"/>
                </a:cubicBezTo>
                <a:cubicBezTo>
                  <a:pt x="34366" y="22847"/>
                  <a:pt x="34366" y="23327"/>
                  <a:pt x="34228" y="23807"/>
                </a:cubicBezTo>
                <a:cubicBezTo>
                  <a:pt x="34366" y="24288"/>
                  <a:pt x="34504" y="24767"/>
                  <a:pt x="34504" y="25248"/>
                </a:cubicBezTo>
                <a:cubicBezTo>
                  <a:pt x="34504" y="25727"/>
                  <a:pt x="34366" y="26207"/>
                  <a:pt x="34228" y="26688"/>
                </a:cubicBezTo>
                <a:cubicBezTo>
                  <a:pt x="34228" y="27167"/>
                  <a:pt x="34090" y="27648"/>
                  <a:pt x="34090" y="28127"/>
                </a:cubicBezTo>
                <a:cubicBezTo>
                  <a:pt x="33952" y="28703"/>
                  <a:pt x="33814" y="29183"/>
                  <a:pt x="33952" y="29663"/>
                </a:cubicBezTo>
                <a:cubicBezTo>
                  <a:pt x="34228" y="30143"/>
                  <a:pt x="34642" y="30527"/>
                  <a:pt x="35470" y="30719"/>
                </a:cubicBezTo>
                <a:cubicBezTo>
                  <a:pt x="36161" y="30911"/>
                  <a:pt x="36989" y="31103"/>
                  <a:pt x="37817" y="31103"/>
                </a:cubicBezTo>
                <a:cubicBezTo>
                  <a:pt x="38507" y="31295"/>
                  <a:pt x="39197" y="31392"/>
                  <a:pt x="39887" y="31487"/>
                </a:cubicBezTo>
                <a:cubicBezTo>
                  <a:pt x="40577" y="31487"/>
                  <a:pt x="41267" y="31584"/>
                  <a:pt x="41957" y="31776"/>
                </a:cubicBezTo>
                <a:cubicBezTo>
                  <a:pt x="42509" y="32063"/>
                  <a:pt x="42923" y="32447"/>
                  <a:pt x="43200" y="32928"/>
                </a:cubicBezTo>
                <a:cubicBezTo>
                  <a:pt x="43200" y="33407"/>
                  <a:pt x="42785" y="33792"/>
                  <a:pt x="42509" y="34271"/>
                </a:cubicBezTo>
                <a:cubicBezTo>
                  <a:pt x="41957" y="34655"/>
                  <a:pt x="41405" y="35136"/>
                  <a:pt x="40991" y="35712"/>
                </a:cubicBezTo>
                <a:cubicBezTo>
                  <a:pt x="40439" y="36191"/>
                  <a:pt x="39887" y="36480"/>
                  <a:pt x="39335" y="36864"/>
                </a:cubicBezTo>
                <a:cubicBezTo>
                  <a:pt x="38783" y="37343"/>
                  <a:pt x="38231" y="37728"/>
                  <a:pt x="37679" y="38112"/>
                </a:cubicBezTo>
                <a:cubicBezTo>
                  <a:pt x="37127" y="38399"/>
                  <a:pt x="36989" y="38975"/>
                  <a:pt x="36851" y="39456"/>
                </a:cubicBezTo>
                <a:cubicBezTo>
                  <a:pt x="36437" y="39935"/>
                  <a:pt x="36161" y="40703"/>
                  <a:pt x="35608" y="41183"/>
                </a:cubicBezTo>
                <a:cubicBezTo>
                  <a:pt x="35332" y="41664"/>
                  <a:pt x="34504" y="42240"/>
                  <a:pt x="33538" y="42911"/>
                </a:cubicBezTo>
                <a:cubicBezTo>
                  <a:pt x="32572" y="43103"/>
                  <a:pt x="31744" y="43200"/>
                  <a:pt x="30778" y="43200"/>
                </a:cubicBezTo>
                <a:cubicBezTo>
                  <a:pt x="30088" y="43103"/>
                  <a:pt x="28984" y="43008"/>
                  <a:pt x="28293" y="42624"/>
                </a:cubicBezTo>
                <a:cubicBezTo>
                  <a:pt x="27603" y="42240"/>
                  <a:pt x="27189" y="41759"/>
                  <a:pt x="26913" y="41279"/>
                </a:cubicBezTo>
                <a:cubicBezTo>
                  <a:pt x="26637" y="40799"/>
                  <a:pt x="26223" y="40319"/>
                  <a:pt x="25947" y="39743"/>
                </a:cubicBezTo>
                <a:cubicBezTo>
                  <a:pt x="25533" y="39072"/>
                  <a:pt x="25395" y="38399"/>
                  <a:pt x="24981" y="37823"/>
                </a:cubicBezTo>
                <a:cubicBezTo>
                  <a:pt x="24705" y="37343"/>
                  <a:pt x="24291" y="36672"/>
                  <a:pt x="24015" y="36096"/>
                </a:cubicBezTo>
                <a:cubicBezTo>
                  <a:pt x="23739" y="35615"/>
                  <a:pt x="23187" y="34847"/>
                  <a:pt x="22911" y="34368"/>
                </a:cubicBezTo>
                <a:cubicBezTo>
                  <a:pt x="22635" y="33792"/>
                  <a:pt x="22221" y="33312"/>
                  <a:pt x="22083" y="32735"/>
                </a:cubicBezTo>
                <a:cubicBezTo>
                  <a:pt x="21807" y="32160"/>
                  <a:pt x="21530" y="31679"/>
                  <a:pt x="21530" y="31200"/>
                </a:cubicBezTo>
                <a:cubicBezTo>
                  <a:pt x="21392" y="30624"/>
                  <a:pt x="21392" y="30048"/>
                  <a:pt x="21254" y="29471"/>
                </a:cubicBezTo>
                <a:cubicBezTo>
                  <a:pt x="21254" y="28992"/>
                  <a:pt x="21254" y="28319"/>
                  <a:pt x="21254" y="27743"/>
                </a:cubicBezTo>
                <a:cubicBezTo>
                  <a:pt x="21254" y="27264"/>
                  <a:pt x="21254" y="26783"/>
                  <a:pt x="21254" y="26304"/>
                </a:cubicBezTo>
                <a:cubicBezTo>
                  <a:pt x="21254" y="25823"/>
                  <a:pt x="21254" y="25343"/>
                  <a:pt x="21116" y="24864"/>
                </a:cubicBezTo>
                <a:cubicBezTo>
                  <a:pt x="20978" y="24383"/>
                  <a:pt x="20564" y="23903"/>
                  <a:pt x="20426" y="23327"/>
                </a:cubicBezTo>
                <a:cubicBezTo>
                  <a:pt x="20288" y="22847"/>
                  <a:pt x="20012" y="22367"/>
                  <a:pt x="19736" y="21888"/>
                </a:cubicBezTo>
                <a:cubicBezTo>
                  <a:pt x="19184" y="21408"/>
                  <a:pt x="18770" y="21024"/>
                  <a:pt x="17804" y="20640"/>
                </a:cubicBezTo>
                <a:cubicBezTo>
                  <a:pt x="17114" y="20159"/>
                  <a:pt x="16562" y="19871"/>
                  <a:pt x="16010" y="19391"/>
                </a:cubicBezTo>
                <a:cubicBezTo>
                  <a:pt x="15182" y="18911"/>
                  <a:pt x="14630" y="18432"/>
                  <a:pt x="14215" y="18048"/>
                </a:cubicBezTo>
                <a:cubicBezTo>
                  <a:pt x="13249" y="17472"/>
                  <a:pt x="12697" y="17088"/>
                  <a:pt x="12145" y="16800"/>
                </a:cubicBezTo>
                <a:cubicBezTo>
                  <a:pt x="11593" y="16415"/>
                  <a:pt x="11041" y="16127"/>
                  <a:pt x="10213" y="16127"/>
                </a:cubicBezTo>
                <a:cubicBezTo>
                  <a:pt x="9247" y="16031"/>
                  <a:pt x="8419" y="15935"/>
                  <a:pt x="7591" y="15935"/>
                </a:cubicBezTo>
                <a:cubicBezTo>
                  <a:pt x="6624" y="15839"/>
                  <a:pt x="5934" y="15743"/>
                  <a:pt x="5244" y="15743"/>
                </a:cubicBezTo>
                <a:cubicBezTo>
                  <a:pt x="4554" y="15743"/>
                  <a:pt x="3864" y="15743"/>
                  <a:pt x="3174" y="15455"/>
                </a:cubicBezTo>
                <a:cubicBezTo>
                  <a:pt x="2484" y="14975"/>
                  <a:pt x="2070" y="14400"/>
                  <a:pt x="1794" y="13728"/>
                </a:cubicBezTo>
                <a:cubicBezTo>
                  <a:pt x="1380" y="13152"/>
                  <a:pt x="1104" y="12671"/>
                  <a:pt x="966" y="11903"/>
                </a:cubicBezTo>
                <a:cubicBezTo>
                  <a:pt x="552" y="11327"/>
                  <a:pt x="276" y="10560"/>
                  <a:pt x="276" y="10080"/>
                </a:cubicBezTo>
                <a:cubicBezTo>
                  <a:pt x="276" y="9600"/>
                  <a:pt x="414" y="8927"/>
                  <a:pt x="414" y="8351"/>
                </a:cubicBezTo>
                <a:cubicBezTo>
                  <a:pt x="552" y="7775"/>
                  <a:pt x="552" y="7295"/>
                  <a:pt x="276" y="6528"/>
                </a:cubicBezTo>
                <a:cubicBezTo>
                  <a:pt x="138" y="5952"/>
                  <a:pt x="138" y="5375"/>
                  <a:pt x="0" y="4703"/>
                </a:cubicBezTo>
                <a:cubicBezTo>
                  <a:pt x="0" y="4127"/>
                  <a:pt x="0" y="3456"/>
                  <a:pt x="0" y="2688"/>
                </a:cubicBezTo>
                <a:cubicBezTo>
                  <a:pt x="0" y="2112"/>
                  <a:pt x="0" y="1631"/>
                  <a:pt x="138" y="1151"/>
                </a:cubicBezTo>
                <a:cubicBezTo>
                  <a:pt x="966" y="575"/>
                  <a:pt x="1656" y="191"/>
                  <a:pt x="2484" y="95"/>
                </a:cubicBezTo>
                <a:cubicBezTo>
                  <a:pt x="3174" y="0"/>
                  <a:pt x="4002" y="0"/>
                  <a:pt x="4830" y="0"/>
                </a:cubicBezTo>
                <a:cubicBezTo>
                  <a:pt x="5520" y="0"/>
                  <a:pt x="6348" y="95"/>
                  <a:pt x="7038" y="191"/>
                </a:cubicBezTo>
                <a:cubicBezTo>
                  <a:pt x="7729" y="191"/>
                  <a:pt x="8419" y="191"/>
                  <a:pt x="9109" y="191"/>
                </a:cubicBezTo>
                <a:cubicBezTo>
                  <a:pt x="9799" y="191"/>
                  <a:pt x="10489" y="191"/>
                  <a:pt x="11179" y="287"/>
                </a:cubicBezTo>
                <a:cubicBezTo>
                  <a:pt x="12007" y="383"/>
                  <a:pt x="12559" y="767"/>
                  <a:pt x="13111" y="1151"/>
                </a:cubicBezTo>
                <a:cubicBezTo>
                  <a:pt x="13387" y="1631"/>
                  <a:pt x="13801" y="2112"/>
                  <a:pt x="14077" y="2688"/>
                </a:cubicBezTo>
                <a:cubicBezTo>
                  <a:pt x="14353" y="3264"/>
                  <a:pt x="14630" y="3743"/>
                  <a:pt x="14768" y="4223"/>
                </a:cubicBezTo>
                <a:cubicBezTo>
                  <a:pt x="15044" y="4895"/>
                  <a:pt x="15320" y="5375"/>
                  <a:pt x="15596" y="5856"/>
                </a:cubicBezTo>
                <a:cubicBezTo>
                  <a:pt x="16010" y="6336"/>
                  <a:pt x="16424" y="6816"/>
                  <a:pt x="17114" y="7295"/>
                </a:cubicBezTo>
                <a:cubicBezTo>
                  <a:pt x="17528" y="7679"/>
                  <a:pt x="18080" y="8063"/>
                  <a:pt x="18770" y="8255"/>
                </a:cubicBezTo>
                <a:quadBezTo>
                  <a:pt x="19184" y="8639"/>
                  <a:pt x="19322" y="9216"/>
                </a:quadBezTo>
              </a:path>
            </a:pathLst>
          </a:custGeom>
          <a:noFill/>
          <a:ln w="36000" cap="flat" cmpd="sng" algn="ctr">
            <a:solidFill>
              <a:srgbClr val="7030A0">
                <a:alpha val="99999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77713811" name=""/>
          <p:cNvSpPr/>
          <p:nvPr/>
        </p:nvSpPr>
        <p:spPr bwMode="auto">
          <a:xfrm>
            <a:off x="4589404" y="2963333"/>
            <a:ext cx="468690" cy="87690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6722" y="39103"/>
                </a:moveTo>
                <a:cubicBezTo>
                  <a:pt x="13238" y="38358"/>
                  <a:pt x="9058" y="37613"/>
                  <a:pt x="4877" y="36496"/>
                </a:cubicBezTo>
                <a:cubicBezTo>
                  <a:pt x="2090" y="34634"/>
                  <a:pt x="1393" y="32772"/>
                  <a:pt x="1393" y="30165"/>
                </a:cubicBezTo>
                <a:cubicBezTo>
                  <a:pt x="2090" y="28303"/>
                  <a:pt x="3483" y="25696"/>
                  <a:pt x="2090" y="23089"/>
                </a:cubicBezTo>
                <a:cubicBezTo>
                  <a:pt x="1393" y="19737"/>
                  <a:pt x="1393" y="17875"/>
                  <a:pt x="1393" y="15268"/>
                </a:cubicBezTo>
                <a:cubicBezTo>
                  <a:pt x="696" y="12289"/>
                  <a:pt x="696" y="10427"/>
                  <a:pt x="0" y="7448"/>
                </a:cubicBezTo>
                <a:cubicBezTo>
                  <a:pt x="0" y="5586"/>
                  <a:pt x="696" y="3351"/>
                  <a:pt x="2090" y="1117"/>
                </a:cubicBezTo>
                <a:cubicBezTo>
                  <a:pt x="5574" y="0"/>
                  <a:pt x="9058" y="0"/>
                  <a:pt x="14632" y="0"/>
                </a:cubicBezTo>
                <a:cubicBezTo>
                  <a:pt x="19509" y="372"/>
                  <a:pt x="23690" y="372"/>
                  <a:pt x="27174" y="372"/>
                </a:cubicBezTo>
                <a:cubicBezTo>
                  <a:pt x="30658" y="1117"/>
                  <a:pt x="34141" y="1862"/>
                  <a:pt x="36929" y="3351"/>
                </a:cubicBezTo>
                <a:cubicBezTo>
                  <a:pt x="39716" y="4841"/>
                  <a:pt x="41806" y="7448"/>
                  <a:pt x="43200" y="10427"/>
                </a:cubicBezTo>
                <a:cubicBezTo>
                  <a:pt x="43200" y="12289"/>
                  <a:pt x="43200" y="16386"/>
                  <a:pt x="43200" y="19737"/>
                </a:cubicBezTo>
                <a:cubicBezTo>
                  <a:pt x="43200" y="22717"/>
                  <a:pt x="42503" y="26441"/>
                  <a:pt x="41806" y="29420"/>
                </a:cubicBezTo>
                <a:cubicBezTo>
                  <a:pt x="41806" y="31655"/>
                  <a:pt x="41109" y="33889"/>
                  <a:pt x="39716" y="36868"/>
                </a:cubicBezTo>
                <a:cubicBezTo>
                  <a:pt x="37625" y="39103"/>
                  <a:pt x="35535" y="41337"/>
                  <a:pt x="33445" y="43200"/>
                </a:cubicBezTo>
                <a:cubicBezTo>
                  <a:pt x="29264" y="42827"/>
                  <a:pt x="25083" y="41710"/>
                  <a:pt x="21600" y="40593"/>
                </a:cubicBezTo>
                <a:quadBezTo>
                  <a:pt x="18116" y="39848"/>
                  <a:pt x="14632" y="37986"/>
                </a:quad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2877935" name=""/>
          <p:cNvSpPr/>
          <p:nvPr/>
        </p:nvSpPr>
        <p:spPr bwMode="auto">
          <a:xfrm>
            <a:off x="7121845" y="4165297"/>
            <a:ext cx="1852083" cy="2101547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3173" y="3263"/>
                </a:moveTo>
                <a:cubicBezTo>
                  <a:pt x="3526" y="5438"/>
                  <a:pt x="3526" y="7303"/>
                  <a:pt x="3526" y="9012"/>
                </a:cubicBezTo>
                <a:cubicBezTo>
                  <a:pt x="3526" y="10411"/>
                  <a:pt x="3526" y="11499"/>
                  <a:pt x="3350" y="12587"/>
                </a:cubicBezTo>
                <a:cubicBezTo>
                  <a:pt x="3350" y="13674"/>
                  <a:pt x="3350" y="14607"/>
                  <a:pt x="3350" y="15694"/>
                </a:cubicBezTo>
                <a:cubicBezTo>
                  <a:pt x="3526" y="16471"/>
                  <a:pt x="4055" y="17404"/>
                  <a:pt x="4408" y="18181"/>
                </a:cubicBezTo>
                <a:cubicBezTo>
                  <a:pt x="4760" y="18958"/>
                  <a:pt x="5289" y="19735"/>
                  <a:pt x="5995" y="20512"/>
                </a:cubicBezTo>
                <a:cubicBezTo>
                  <a:pt x="6347" y="21444"/>
                  <a:pt x="7053" y="22221"/>
                  <a:pt x="7582" y="22998"/>
                </a:cubicBezTo>
                <a:cubicBezTo>
                  <a:pt x="8111" y="23930"/>
                  <a:pt x="8640" y="24552"/>
                  <a:pt x="8992" y="25329"/>
                </a:cubicBezTo>
                <a:cubicBezTo>
                  <a:pt x="9521" y="25951"/>
                  <a:pt x="10050" y="26572"/>
                  <a:pt x="10050" y="27349"/>
                </a:cubicBezTo>
                <a:cubicBezTo>
                  <a:pt x="10050" y="28282"/>
                  <a:pt x="9874" y="29214"/>
                  <a:pt x="9345" y="29991"/>
                </a:cubicBezTo>
                <a:cubicBezTo>
                  <a:pt x="8640" y="30457"/>
                  <a:pt x="7582" y="30923"/>
                  <a:pt x="6700" y="31234"/>
                </a:cubicBezTo>
                <a:cubicBezTo>
                  <a:pt x="5818" y="31545"/>
                  <a:pt x="4937" y="32011"/>
                  <a:pt x="3879" y="32322"/>
                </a:cubicBezTo>
                <a:cubicBezTo>
                  <a:pt x="3173" y="32788"/>
                  <a:pt x="2115" y="33254"/>
                  <a:pt x="1057" y="33720"/>
                </a:cubicBezTo>
                <a:cubicBezTo>
                  <a:pt x="528" y="34497"/>
                  <a:pt x="352" y="35430"/>
                  <a:pt x="352" y="36362"/>
                </a:cubicBezTo>
                <a:cubicBezTo>
                  <a:pt x="176" y="37139"/>
                  <a:pt x="0" y="38071"/>
                  <a:pt x="176" y="38848"/>
                </a:cubicBezTo>
                <a:cubicBezTo>
                  <a:pt x="528" y="39781"/>
                  <a:pt x="1057" y="40402"/>
                  <a:pt x="1586" y="41024"/>
                </a:cubicBezTo>
                <a:cubicBezTo>
                  <a:pt x="2115" y="41801"/>
                  <a:pt x="2821" y="42267"/>
                  <a:pt x="4055" y="42578"/>
                </a:cubicBezTo>
                <a:cubicBezTo>
                  <a:pt x="5113" y="42578"/>
                  <a:pt x="5995" y="42733"/>
                  <a:pt x="7229" y="42889"/>
                </a:cubicBezTo>
                <a:cubicBezTo>
                  <a:pt x="8463" y="43044"/>
                  <a:pt x="9697" y="43044"/>
                  <a:pt x="10755" y="43200"/>
                </a:cubicBezTo>
                <a:cubicBezTo>
                  <a:pt x="12166" y="43200"/>
                  <a:pt x="13929" y="43200"/>
                  <a:pt x="15340" y="43200"/>
                </a:cubicBezTo>
                <a:cubicBezTo>
                  <a:pt x="16574" y="43200"/>
                  <a:pt x="17632" y="43200"/>
                  <a:pt x="18690" y="43200"/>
                </a:cubicBezTo>
                <a:cubicBezTo>
                  <a:pt x="20101" y="43200"/>
                  <a:pt x="20982" y="43200"/>
                  <a:pt x="22217" y="43200"/>
                </a:cubicBezTo>
                <a:cubicBezTo>
                  <a:pt x="23627" y="43200"/>
                  <a:pt x="24685" y="43200"/>
                  <a:pt x="26272" y="43200"/>
                </a:cubicBezTo>
                <a:cubicBezTo>
                  <a:pt x="27330" y="43200"/>
                  <a:pt x="28388" y="43200"/>
                  <a:pt x="30151" y="43200"/>
                </a:cubicBezTo>
                <a:cubicBezTo>
                  <a:pt x="31562" y="43200"/>
                  <a:pt x="32620" y="43044"/>
                  <a:pt x="33502" y="42733"/>
                </a:cubicBezTo>
                <a:cubicBezTo>
                  <a:pt x="34912" y="42267"/>
                  <a:pt x="36323" y="41956"/>
                  <a:pt x="37557" y="41335"/>
                </a:cubicBezTo>
                <a:cubicBezTo>
                  <a:pt x="38262" y="40869"/>
                  <a:pt x="39144" y="40558"/>
                  <a:pt x="39849" y="39936"/>
                </a:cubicBezTo>
                <a:cubicBezTo>
                  <a:pt x="40907" y="38848"/>
                  <a:pt x="41436" y="38227"/>
                  <a:pt x="42142" y="37294"/>
                </a:cubicBezTo>
                <a:cubicBezTo>
                  <a:pt x="42494" y="36362"/>
                  <a:pt x="42671" y="35430"/>
                  <a:pt x="42671" y="34187"/>
                </a:cubicBezTo>
                <a:cubicBezTo>
                  <a:pt x="42494" y="32943"/>
                  <a:pt x="42318" y="31389"/>
                  <a:pt x="42318" y="30146"/>
                </a:cubicBezTo>
                <a:cubicBezTo>
                  <a:pt x="42494" y="28903"/>
                  <a:pt x="42671" y="28126"/>
                  <a:pt x="42671" y="26883"/>
                </a:cubicBezTo>
                <a:cubicBezTo>
                  <a:pt x="42847" y="26106"/>
                  <a:pt x="42847" y="25018"/>
                  <a:pt x="42847" y="24241"/>
                </a:cubicBezTo>
                <a:cubicBezTo>
                  <a:pt x="43023" y="23464"/>
                  <a:pt x="43023" y="22687"/>
                  <a:pt x="43023" y="21755"/>
                </a:cubicBezTo>
                <a:cubicBezTo>
                  <a:pt x="43023" y="20356"/>
                  <a:pt x="43023" y="19579"/>
                  <a:pt x="43023" y="18802"/>
                </a:cubicBezTo>
                <a:cubicBezTo>
                  <a:pt x="43023" y="17715"/>
                  <a:pt x="43023" y="16471"/>
                  <a:pt x="43023" y="14917"/>
                </a:cubicBezTo>
                <a:cubicBezTo>
                  <a:pt x="43023" y="13985"/>
                  <a:pt x="43023" y="12742"/>
                  <a:pt x="43023" y="11499"/>
                </a:cubicBezTo>
                <a:cubicBezTo>
                  <a:pt x="43200" y="10256"/>
                  <a:pt x="43200" y="9168"/>
                  <a:pt x="43200" y="8391"/>
                </a:cubicBezTo>
                <a:cubicBezTo>
                  <a:pt x="43023" y="7614"/>
                  <a:pt x="42671" y="6837"/>
                  <a:pt x="42318" y="5905"/>
                </a:cubicBezTo>
                <a:cubicBezTo>
                  <a:pt x="41789" y="4817"/>
                  <a:pt x="41084" y="4040"/>
                  <a:pt x="40378" y="2952"/>
                </a:cubicBezTo>
                <a:cubicBezTo>
                  <a:pt x="39320" y="2175"/>
                  <a:pt x="38086" y="1864"/>
                  <a:pt x="37028" y="1553"/>
                </a:cubicBezTo>
                <a:cubicBezTo>
                  <a:pt x="36146" y="1553"/>
                  <a:pt x="35088" y="1709"/>
                  <a:pt x="34031" y="2020"/>
                </a:cubicBezTo>
                <a:cubicBezTo>
                  <a:pt x="32796" y="2175"/>
                  <a:pt x="31386" y="2641"/>
                  <a:pt x="30504" y="2797"/>
                </a:cubicBezTo>
                <a:cubicBezTo>
                  <a:pt x="29446" y="3107"/>
                  <a:pt x="28388" y="3263"/>
                  <a:pt x="27330" y="3418"/>
                </a:cubicBezTo>
                <a:cubicBezTo>
                  <a:pt x="26096" y="3418"/>
                  <a:pt x="25214" y="3263"/>
                  <a:pt x="24333" y="3107"/>
                </a:cubicBezTo>
                <a:cubicBezTo>
                  <a:pt x="23275" y="2797"/>
                  <a:pt x="22393" y="2641"/>
                  <a:pt x="20982" y="2175"/>
                </a:cubicBezTo>
                <a:cubicBezTo>
                  <a:pt x="19395" y="2020"/>
                  <a:pt x="18161" y="1553"/>
                  <a:pt x="16751" y="1243"/>
                </a:cubicBezTo>
                <a:cubicBezTo>
                  <a:pt x="15869" y="932"/>
                  <a:pt x="14458" y="776"/>
                  <a:pt x="13048" y="310"/>
                </a:cubicBezTo>
                <a:cubicBezTo>
                  <a:pt x="12166" y="155"/>
                  <a:pt x="10932" y="0"/>
                  <a:pt x="9521" y="0"/>
                </a:cubicBezTo>
                <a:cubicBezTo>
                  <a:pt x="8111" y="155"/>
                  <a:pt x="7229" y="310"/>
                  <a:pt x="5995" y="621"/>
                </a:cubicBezTo>
                <a:cubicBezTo>
                  <a:pt x="5113" y="621"/>
                  <a:pt x="4231" y="776"/>
                  <a:pt x="3350" y="1243"/>
                </a:cubicBezTo>
                <a:cubicBezTo>
                  <a:pt x="3173" y="2020"/>
                  <a:pt x="3350" y="2797"/>
                  <a:pt x="3526" y="3574"/>
                </a:cubic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7168062" name=""/>
          <p:cNvSpPr/>
          <p:nvPr/>
        </p:nvSpPr>
        <p:spPr bwMode="auto">
          <a:xfrm>
            <a:off x="5088333" y="2071309"/>
            <a:ext cx="2056190" cy="2025952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8258" y="18376"/>
                </a:moveTo>
                <a:cubicBezTo>
                  <a:pt x="7464" y="18537"/>
                  <a:pt x="6352" y="18859"/>
                  <a:pt x="5558" y="19020"/>
                </a:cubicBezTo>
                <a:cubicBezTo>
                  <a:pt x="4764" y="19182"/>
                  <a:pt x="3970" y="19182"/>
                  <a:pt x="3176" y="19343"/>
                </a:cubicBezTo>
                <a:cubicBezTo>
                  <a:pt x="2382" y="19504"/>
                  <a:pt x="1747" y="20310"/>
                  <a:pt x="1429" y="21277"/>
                </a:cubicBezTo>
                <a:cubicBezTo>
                  <a:pt x="1270" y="22244"/>
                  <a:pt x="1270" y="23373"/>
                  <a:pt x="1270" y="24340"/>
                </a:cubicBezTo>
                <a:cubicBezTo>
                  <a:pt x="1429" y="25468"/>
                  <a:pt x="1429" y="26435"/>
                  <a:pt x="1429" y="27241"/>
                </a:cubicBezTo>
                <a:cubicBezTo>
                  <a:pt x="1429" y="28047"/>
                  <a:pt x="1111" y="29176"/>
                  <a:pt x="952" y="30143"/>
                </a:cubicBezTo>
                <a:cubicBezTo>
                  <a:pt x="794" y="31271"/>
                  <a:pt x="635" y="32399"/>
                  <a:pt x="317" y="33689"/>
                </a:cubicBezTo>
                <a:cubicBezTo>
                  <a:pt x="158" y="34495"/>
                  <a:pt x="0" y="35301"/>
                  <a:pt x="0" y="36107"/>
                </a:cubicBezTo>
                <a:cubicBezTo>
                  <a:pt x="317" y="37397"/>
                  <a:pt x="794" y="38202"/>
                  <a:pt x="1270" y="39008"/>
                </a:cubicBezTo>
                <a:cubicBezTo>
                  <a:pt x="1905" y="39653"/>
                  <a:pt x="2541" y="40298"/>
                  <a:pt x="3176" y="40943"/>
                </a:cubicBezTo>
                <a:cubicBezTo>
                  <a:pt x="3811" y="41426"/>
                  <a:pt x="4447" y="41910"/>
                  <a:pt x="5241" y="42394"/>
                </a:cubicBezTo>
                <a:cubicBezTo>
                  <a:pt x="5876" y="42877"/>
                  <a:pt x="6829" y="43200"/>
                  <a:pt x="7782" y="43200"/>
                </a:cubicBezTo>
                <a:cubicBezTo>
                  <a:pt x="8735" y="43200"/>
                  <a:pt x="9529" y="43200"/>
                  <a:pt x="10323" y="42877"/>
                </a:cubicBezTo>
                <a:cubicBezTo>
                  <a:pt x="10800" y="42071"/>
                  <a:pt x="11276" y="41265"/>
                  <a:pt x="11911" y="40459"/>
                </a:cubicBezTo>
                <a:cubicBezTo>
                  <a:pt x="12864" y="39976"/>
                  <a:pt x="13976" y="39653"/>
                  <a:pt x="14770" y="39170"/>
                </a:cubicBezTo>
                <a:cubicBezTo>
                  <a:pt x="15723" y="39008"/>
                  <a:pt x="16517" y="38686"/>
                  <a:pt x="17470" y="38525"/>
                </a:cubicBezTo>
                <a:cubicBezTo>
                  <a:pt x="18423" y="38364"/>
                  <a:pt x="19217" y="38202"/>
                  <a:pt x="20011" y="38041"/>
                </a:cubicBezTo>
                <a:cubicBezTo>
                  <a:pt x="20805" y="37880"/>
                  <a:pt x="21600" y="37880"/>
                  <a:pt x="22870" y="37880"/>
                </a:cubicBezTo>
                <a:cubicBezTo>
                  <a:pt x="23823" y="37880"/>
                  <a:pt x="24776" y="38041"/>
                  <a:pt x="25888" y="38525"/>
                </a:cubicBezTo>
                <a:cubicBezTo>
                  <a:pt x="27000" y="39008"/>
                  <a:pt x="28111" y="39492"/>
                  <a:pt x="28905" y="39814"/>
                </a:cubicBezTo>
                <a:cubicBezTo>
                  <a:pt x="29541" y="40298"/>
                  <a:pt x="30652" y="40459"/>
                  <a:pt x="31447" y="40620"/>
                </a:cubicBezTo>
                <a:cubicBezTo>
                  <a:pt x="32399" y="40620"/>
                  <a:pt x="33352" y="40459"/>
                  <a:pt x="34305" y="39976"/>
                </a:cubicBezTo>
                <a:cubicBezTo>
                  <a:pt x="35576" y="39653"/>
                  <a:pt x="36211" y="39170"/>
                  <a:pt x="37005" y="38847"/>
                </a:cubicBezTo>
                <a:cubicBezTo>
                  <a:pt x="38117" y="38364"/>
                  <a:pt x="38911" y="37880"/>
                  <a:pt x="39547" y="37235"/>
                </a:cubicBezTo>
                <a:cubicBezTo>
                  <a:pt x="40182" y="36752"/>
                  <a:pt x="40976" y="36268"/>
                  <a:pt x="41452" y="35623"/>
                </a:cubicBezTo>
                <a:cubicBezTo>
                  <a:pt x="42088" y="34817"/>
                  <a:pt x="42405" y="34011"/>
                  <a:pt x="42723" y="33205"/>
                </a:cubicBezTo>
                <a:cubicBezTo>
                  <a:pt x="42723" y="32238"/>
                  <a:pt x="42564" y="31432"/>
                  <a:pt x="42247" y="30304"/>
                </a:cubicBezTo>
                <a:cubicBezTo>
                  <a:pt x="42247" y="29498"/>
                  <a:pt x="42247" y="28531"/>
                  <a:pt x="42564" y="27402"/>
                </a:cubicBezTo>
                <a:cubicBezTo>
                  <a:pt x="42723" y="26435"/>
                  <a:pt x="42882" y="25629"/>
                  <a:pt x="42882" y="24501"/>
                </a:cubicBezTo>
                <a:cubicBezTo>
                  <a:pt x="42882" y="23534"/>
                  <a:pt x="42882" y="22405"/>
                  <a:pt x="42882" y="21438"/>
                </a:cubicBezTo>
                <a:cubicBezTo>
                  <a:pt x="42882" y="20632"/>
                  <a:pt x="42882" y="19826"/>
                  <a:pt x="42882" y="18537"/>
                </a:cubicBezTo>
                <a:cubicBezTo>
                  <a:pt x="42882" y="17570"/>
                  <a:pt x="42882" y="16764"/>
                  <a:pt x="42882" y="15958"/>
                </a:cubicBezTo>
                <a:cubicBezTo>
                  <a:pt x="43041" y="15152"/>
                  <a:pt x="43041" y="14346"/>
                  <a:pt x="43200" y="13379"/>
                </a:cubicBezTo>
                <a:cubicBezTo>
                  <a:pt x="43200" y="12411"/>
                  <a:pt x="43200" y="10961"/>
                  <a:pt x="43200" y="9994"/>
                </a:cubicBezTo>
                <a:cubicBezTo>
                  <a:pt x="43200" y="8704"/>
                  <a:pt x="42882" y="7576"/>
                  <a:pt x="42882" y="6608"/>
                </a:cubicBezTo>
                <a:cubicBezTo>
                  <a:pt x="42564" y="5641"/>
                  <a:pt x="42088" y="4674"/>
                  <a:pt x="41611" y="4029"/>
                </a:cubicBezTo>
                <a:cubicBezTo>
                  <a:pt x="40817" y="3707"/>
                  <a:pt x="39864" y="3546"/>
                  <a:pt x="38911" y="3223"/>
                </a:cubicBezTo>
                <a:cubicBezTo>
                  <a:pt x="38117" y="3062"/>
                  <a:pt x="37005" y="2740"/>
                  <a:pt x="35894" y="2579"/>
                </a:cubicBezTo>
                <a:cubicBezTo>
                  <a:pt x="34464" y="2417"/>
                  <a:pt x="33511" y="2256"/>
                  <a:pt x="32558" y="1934"/>
                </a:cubicBezTo>
                <a:cubicBezTo>
                  <a:pt x="31447" y="1611"/>
                  <a:pt x="30652" y="1128"/>
                  <a:pt x="29541" y="805"/>
                </a:cubicBezTo>
                <a:cubicBezTo>
                  <a:pt x="28588" y="483"/>
                  <a:pt x="27635" y="161"/>
                  <a:pt x="26523" y="0"/>
                </a:cubicBezTo>
                <a:cubicBezTo>
                  <a:pt x="25729" y="0"/>
                  <a:pt x="24935" y="0"/>
                  <a:pt x="23823" y="0"/>
                </a:cubicBezTo>
                <a:cubicBezTo>
                  <a:pt x="22711" y="0"/>
                  <a:pt x="21917" y="0"/>
                  <a:pt x="20964" y="0"/>
                </a:cubicBezTo>
                <a:cubicBezTo>
                  <a:pt x="20011" y="0"/>
                  <a:pt x="19217" y="0"/>
                  <a:pt x="18423" y="161"/>
                </a:cubicBezTo>
                <a:cubicBezTo>
                  <a:pt x="17629" y="483"/>
                  <a:pt x="16994" y="967"/>
                  <a:pt x="16199" y="1450"/>
                </a:cubicBezTo>
                <a:cubicBezTo>
                  <a:pt x="15564" y="2256"/>
                  <a:pt x="15247" y="3062"/>
                  <a:pt x="15088" y="3868"/>
                </a:cubicBezTo>
                <a:cubicBezTo>
                  <a:pt x="14929" y="4674"/>
                  <a:pt x="14770" y="5480"/>
                  <a:pt x="14770" y="6286"/>
                </a:cubicBezTo>
                <a:cubicBezTo>
                  <a:pt x="14770" y="7092"/>
                  <a:pt x="14929" y="8059"/>
                  <a:pt x="15247" y="8865"/>
                </a:cubicBezTo>
                <a:cubicBezTo>
                  <a:pt x="15247" y="9671"/>
                  <a:pt x="15247" y="10477"/>
                  <a:pt x="15247" y="11444"/>
                </a:cubicBezTo>
                <a:cubicBezTo>
                  <a:pt x="14929" y="12573"/>
                  <a:pt x="14611" y="13540"/>
                  <a:pt x="13976" y="14507"/>
                </a:cubicBezTo>
                <a:cubicBezTo>
                  <a:pt x="13341" y="15313"/>
                  <a:pt x="12705" y="16280"/>
                  <a:pt x="12070" y="17086"/>
                </a:cubicBezTo>
                <a:cubicBezTo>
                  <a:pt x="11435" y="17892"/>
                  <a:pt x="10641" y="18214"/>
                  <a:pt x="9847" y="18537"/>
                </a:cubicBezTo>
                <a:cubicBezTo>
                  <a:pt x="9052" y="18698"/>
                  <a:pt x="8258" y="18698"/>
                  <a:pt x="7464" y="18698"/>
                </a:cubicBezTo>
              </a:path>
            </a:pathLst>
          </a:custGeom>
          <a:noFill/>
          <a:ln w="36000" cap="flat" cmpd="sng" algn="ctr">
            <a:solidFill>
              <a:srgbClr val="31D48D">
                <a:alpha val="99999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4691638" name=""/>
          <p:cNvSpPr txBox="1"/>
          <p:nvPr/>
        </p:nvSpPr>
        <p:spPr bwMode="auto">
          <a:xfrm rot="0" flipH="0" flipV="0">
            <a:off x="5413392" y="6357844"/>
            <a:ext cx="1892040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CH" b="1">
                <a:solidFill>
                  <a:schemeClr val="accent1"/>
                </a:solidFill>
                <a:latin typeface="Ubuntu Sans"/>
                <a:ea typeface="Ubuntu Sans"/>
                <a:cs typeface="Ubuntu Sans"/>
              </a:rPr>
              <a:t>Power Supply</a:t>
            </a:r>
            <a:endParaRPr b="1">
              <a:solidFill>
                <a:schemeClr val="accent1"/>
              </a:solidFill>
              <a:latin typeface="Ubuntu Sans"/>
              <a:cs typeface="Ubuntu Sans"/>
            </a:endParaRPr>
          </a:p>
        </p:txBody>
      </p:sp>
      <p:sp>
        <p:nvSpPr>
          <p:cNvPr id="1259783986" name=""/>
          <p:cNvSpPr txBox="1"/>
          <p:nvPr/>
        </p:nvSpPr>
        <p:spPr bwMode="auto">
          <a:xfrm rot="0" flipH="0" flipV="0">
            <a:off x="5258603" y="134035"/>
            <a:ext cx="189347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CH" b="1">
                <a:solidFill>
                  <a:schemeClr val="accent1"/>
                </a:solidFill>
                <a:latin typeface="Ubuntu Sans"/>
                <a:ea typeface="Ubuntu Sans"/>
                <a:cs typeface="Ubuntu Sans"/>
              </a:rPr>
              <a:t>Power Supply</a:t>
            </a:r>
            <a:endParaRPr b="1">
              <a:solidFill>
                <a:schemeClr val="accent1"/>
              </a:solidFill>
              <a:latin typeface="Ubuntu Sans"/>
              <a:cs typeface="Ubuntu Sans"/>
            </a:endParaRPr>
          </a:p>
        </p:txBody>
      </p:sp>
      <p:sp>
        <p:nvSpPr>
          <p:cNvPr id="1210261999" name=""/>
          <p:cNvSpPr txBox="1"/>
          <p:nvPr/>
        </p:nvSpPr>
        <p:spPr bwMode="auto">
          <a:xfrm rot="0" flipH="0" flipV="0">
            <a:off x="9121186" y="3084285"/>
            <a:ext cx="191255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CH" b="1">
                <a:solidFill>
                  <a:schemeClr val="accent6"/>
                </a:solidFill>
                <a:latin typeface="Ubuntu Sans"/>
                <a:ea typeface="Ubuntu Sans"/>
                <a:cs typeface="Ubuntu Sans"/>
              </a:rPr>
              <a:t>SPI Display</a:t>
            </a:r>
            <a:endParaRPr b="1">
              <a:solidFill>
                <a:schemeClr val="accent6"/>
              </a:solidFill>
              <a:latin typeface="Ubuntu Sans"/>
              <a:cs typeface="Ubuntu Sans"/>
            </a:endParaRPr>
          </a:p>
        </p:txBody>
      </p:sp>
      <p:sp>
        <p:nvSpPr>
          <p:cNvPr id="273323353" name=""/>
          <p:cNvSpPr txBox="1"/>
          <p:nvPr/>
        </p:nvSpPr>
        <p:spPr bwMode="auto">
          <a:xfrm rot="0" flipH="0" flipV="0">
            <a:off x="9113266" y="969738"/>
            <a:ext cx="192047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CH" b="1">
                <a:solidFill>
                  <a:schemeClr val="accent2"/>
                </a:solidFill>
                <a:latin typeface="Ubuntu Sans"/>
                <a:ea typeface="Ubuntu Sans"/>
                <a:cs typeface="Ubuntu Sans"/>
              </a:rPr>
              <a:t>SWD Debug</a:t>
            </a:r>
            <a:endParaRPr b="1">
              <a:solidFill>
                <a:schemeClr val="accent2"/>
              </a:solidFill>
              <a:latin typeface="Ubuntu Sans"/>
              <a:cs typeface="Ubuntu Sans"/>
            </a:endParaRPr>
          </a:p>
          <a:p>
            <a:pPr>
              <a:defRPr/>
            </a:pPr>
            <a:r>
              <a:rPr lang="de-CH" b="1">
                <a:solidFill>
                  <a:schemeClr val="accent2"/>
                </a:solidFill>
                <a:latin typeface="Ubuntu Sans"/>
                <a:ea typeface="Ubuntu Sans"/>
                <a:cs typeface="Ubuntu Sans"/>
              </a:rPr>
              <a:t>Testpoints</a:t>
            </a:r>
            <a:endParaRPr b="1">
              <a:solidFill>
                <a:schemeClr val="tx1">
                  <a:lumMod val="65000"/>
                  <a:lumOff val="35000"/>
                </a:schemeClr>
              </a:solidFill>
              <a:latin typeface="Ubuntu Sans"/>
              <a:cs typeface="Ubuntu Sans"/>
            </a:endParaRPr>
          </a:p>
        </p:txBody>
      </p:sp>
      <p:sp>
        <p:nvSpPr>
          <p:cNvPr id="87578718" name=""/>
          <p:cNvSpPr txBox="1"/>
          <p:nvPr/>
        </p:nvSpPr>
        <p:spPr bwMode="auto">
          <a:xfrm rot="0" flipH="0" flipV="0">
            <a:off x="1783869" y="4787298"/>
            <a:ext cx="144482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CH" b="1">
                <a:solidFill>
                  <a:srgbClr val="FF0000"/>
                </a:solidFill>
                <a:latin typeface="Ubuntu Sans"/>
                <a:ea typeface="Ubuntu Sans"/>
                <a:cs typeface="Ubuntu Sans"/>
              </a:rPr>
              <a:t>Daisy Chain Connector</a:t>
            </a:r>
            <a:endParaRPr b="1">
              <a:solidFill>
                <a:srgbClr val="FF0000"/>
              </a:solidFill>
              <a:latin typeface="Ubuntu Sans"/>
              <a:cs typeface="Ubuntu Sans"/>
            </a:endParaRPr>
          </a:p>
        </p:txBody>
      </p:sp>
      <p:sp>
        <p:nvSpPr>
          <p:cNvPr id="86468766" name=""/>
          <p:cNvSpPr txBox="1"/>
          <p:nvPr/>
        </p:nvSpPr>
        <p:spPr bwMode="auto">
          <a:xfrm rot="0" flipH="0" flipV="0">
            <a:off x="9023322" y="4989285"/>
            <a:ext cx="190103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CH" b="1">
                <a:solidFill>
                  <a:srgbClr val="FF0000"/>
                </a:solidFill>
                <a:latin typeface="Ubuntu Sans"/>
                <a:ea typeface="Ubuntu Sans"/>
                <a:cs typeface="Ubuntu Sans"/>
              </a:rPr>
              <a:t>Daisy Chain Connector</a:t>
            </a:r>
            <a:endParaRPr b="1">
              <a:solidFill>
                <a:srgbClr val="FF0000"/>
              </a:solidFill>
              <a:latin typeface="Ubuntu Sans"/>
              <a:cs typeface="Ubuntu Sans"/>
            </a:endParaRPr>
          </a:p>
        </p:txBody>
      </p:sp>
      <p:sp>
        <p:nvSpPr>
          <p:cNvPr id="1277354313" name=""/>
          <p:cNvSpPr txBox="1"/>
          <p:nvPr/>
        </p:nvSpPr>
        <p:spPr bwMode="auto">
          <a:xfrm rot="0" flipH="0" flipV="0">
            <a:off x="9072202" y="3799177"/>
            <a:ext cx="191939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CH" b="1">
                <a:solidFill>
                  <a:srgbClr val="EB46D2"/>
                </a:solidFill>
                <a:latin typeface="Ubuntu Sans"/>
                <a:ea typeface="Ubuntu Sans"/>
                <a:cs typeface="Ubuntu Sans"/>
              </a:rPr>
              <a:t>Crystal oscillator</a:t>
            </a:r>
            <a:endParaRPr b="1">
              <a:solidFill>
                <a:srgbClr val="EB46D2"/>
              </a:solidFill>
              <a:latin typeface="Ubuntu Sans"/>
              <a:cs typeface="Ubuntu Sans"/>
            </a:endParaRPr>
          </a:p>
        </p:txBody>
      </p:sp>
      <p:sp>
        <p:nvSpPr>
          <p:cNvPr id="1568994798" name=""/>
          <p:cNvSpPr txBox="1"/>
          <p:nvPr/>
        </p:nvSpPr>
        <p:spPr bwMode="auto">
          <a:xfrm rot="0" flipH="0" flipV="0">
            <a:off x="2261816" y="3218725"/>
            <a:ext cx="898372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CH" b="1">
                <a:solidFill>
                  <a:srgbClr val="7030A0"/>
                </a:solidFill>
                <a:latin typeface="Ubuntu Sans"/>
                <a:ea typeface="Ubuntu Sans"/>
                <a:cs typeface="Ubuntu Sans"/>
              </a:rPr>
              <a:t>RS485</a:t>
            </a:r>
            <a:endParaRPr b="1">
              <a:solidFill>
                <a:srgbClr val="7030A0"/>
              </a:solidFill>
              <a:latin typeface="Ubuntu Sans"/>
              <a:cs typeface="Ubuntu Sans"/>
            </a:endParaRPr>
          </a:p>
        </p:txBody>
      </p:sp>
      <p:sp>
        <p:nvSpPr>
          <p:cNvPr id="930881880" name=""/>
          <p:cNvSpPr txBox="1"/>
          <p:nvPr/>
        </p:nvSpPr>
        <p:spPr bwMode="auto">
          <a:xfrm rot="0" flipH="0" flipV="0">
            <a:off x="4652493" y="1917398"/>
            <a:ext cx="104433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CH" b="1">
                <a:solidFill>
                  <a:schemeClr val="accent4"/>
                </a:solidFill>
                <a:latin typeface="Ubuntu Sans"/>
                <a:ea typeface="Ubuntu Sans"/>
                <a:cs typeface="Ubuntu Sans"/>
              </a:rPr>
              <a:t>Flash Storage</a:t>
            </a:r>
            <a:endParaRPr b="1">
              <a:solidFill>
                <a:schemeClr val="accent4"/>
              </a:solidFill>
              <a:latin typeface="Ubuntu Sans"/>
              <a:cs typeface="Ubuntu Sans"/>
            </a:endParaRPr>
          </a:p>
        </p:txBody>
      </p:sp>
      <p:sp>
        <p:nvSpPr>
          <p:cNvPr id="1520645553" name=""/>
          <p:cNvSpPr txBox="1"/>
          <p:nvPr/>
        </p:nvSpPr>
        <p:spPr bwMode="auto">
          <a:xfrm rot="0" flipH="0" flipV="0">
            <a:off x="5588319" y="3218725"/>
            <a:ext cx="105621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CH" b="1">
                <a:solidFill>
                  <a:srgbClr val="31D48D"/>
                </a:solidFill>
                <a:latin typeface="Ubuntu Sans"/>
                <a:ea typeface="Ubuntu Sans"/>
                <a:cs typeface="Ubuntu Sans"/>
              </a:rPr>
              <a:t>RP2040</a:t>
            </a:r>
            <a:endParaRPr b="1">
              <a:solidFill>
                <a:srgbClr val="31D48D"/>
              </a:solidFill>
              <a:latin typeface="Ubuntu Sans"/>
              <a:cs typeface="Ubuntu Sans"/>
            </a:endParaRPr>
          </a:p>
        </p:txBody>
      </p:sp>
      <p:sp>
        <p:nvSpPr>
          <p:cNvPr id="2074527937" name=""/>
          <p:cNvSpPr/>
          <p:nvPr/>
        </p:nvSpPr>
        <p:spPr bwMode="auto">
          <a:xfrm>
            <a:off x="4324821" y="4172856"/>
            <a:ext cx="105833" cy="10583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43200"/>
                </a:moveTo>
                <a:quadBezTo>
                  <a:pt x="30857" y="15428"/>
                  <a:pt x="43200" y="0"/>
                </a:quad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4745005" name=""/>
          <p:cNvSpPr/>
          <p:nvPr/>
        </p:nvSpPr>
        <p:spPr bwMode="auto">
          <a:xfrm>
            <a:off x="4483571" y="4021666"/>
            <a:ext cx="83154" cy="10583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43200"/>
                </a:moveTo>
                <a:cubicBezTo>
                  <a:pt x="19636" y="27771"/>
                  <a:pt x="31418" y="15428"/>
                  <a:pt x="43200" y="0"/>
                </a:cubic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911438" name=""/>
          <p:cNvSpPr/>
          <p:nvPr/>
        </p:nvSpPr>
        <p:spPr bwMode="auto">
          <a:xfrm>
            <a:off x="4642321" y="3832678"/>
            <a:ext cx="60476" cy="9071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43200"/>
                </a:moveTo>
                <a:quadBezTo>
                  <a:pt x="21600" y="21600"/>
                  <a:pt x="43200" y="0"/>
                </a:quad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38423254" name=""/>
          <p:cNvSpPr/>
          <p:nvPr/>
        </p:nvSpPr>
        <p:spPr bwMode="auto">
          <a:xfrm>
            <a:off x="4748154" y="3734404"/>
            <a:ext cx="7559" cy="37797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43200"/>
                </a:moveTo>
                <a:lnTo>
                  <a:pt x="43200" y="0"/>
                </a:ln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33169810" name=""/>
          <p:cNvSpPr/>
          <p:nvPr/>
        </p:nvSpPr>
        <p:spPr bwMode="auto">
          <a:xfrm>
            <a:off x="6864821" y="3666368"/>
            <a:ext cx="2162023" cy="48380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31049"/>
                </a:moveTo>
                <a:cubicBezTo>
                  <a:pt x="41991" y="28349"/>
                  <a:pt x="40632" y="24974"/>
                  <a:pt x="40027" y="22275"/>
                </a:cubicBezTo>
                <a:cubicBezTo>
                  <a:pt x="39272" y="19575"/>
                  <a:pt x="38366" y="17550"/>
                  <a:pt x="37460" y="15525"/>
                </a:cubicBezTo>
                <a:cubicBezTo>
                  <a:pt x="36100" y="12150"/>
                  <a:pt x="34288" y="9450"/>
                  <a:pt x="32777" y="6750"/>
                </a:cubicBezTo>
                <a:cubicBezTo>
                  <a:pt x="30965" y="4724"/>
                  <a:pt x="29152" y="2699"/>
                  <a:pt x="27490" y="1349"/>
                </a:cubicBezTo>
                <a:cubicBezTo>
                  <a:pt x="25678" y="0"/>
                  <a:pt x="23261" y="0"/>
                  <a:pt x="20693" y="0"/>
                </a:cubicBezTo>
                <a:cubicBezTo>
                  <a:pt x="18427" y="1349"/>
                  <a:pt x="16917" y="2024"/>
                  <a:pt x="14953" y="4049"/>
                </a:cubicBezTo>
                <a:cubicBezTo>
                  <a:pt x="13292" y="5400"/>
                  <a:pt x="12234" y="6750"/>
                  <a:pt x="10875" y="9450"/>
                </a:cubicBezTo>
                <a:cubicBezTo>
                  <a:pt x="10120" y="11475"/>
                  <a:pt x="8911" y="14850"/>
                  <a:pt x="8005" y="16875"/>
                </a:cubicBezTo>
                <a:cubicBezTo>
                  <a:pt x="6797" y="19575"/>
                  <a:pt x="6041" y="21600"/>
                  <a:pt x="5286" y="23624"/>
                </a:cubicBezTo>
                <a:cubicBezTo>
                  <a:pt x="4380" y="25649"/>
                  <a:pt x="3776" y="27674"/>
                  <a:pt x="2718" y="32400"/>
                </a:cubicBezTo>
                <a:cubicBezTo>
                  <a:pt x="1963" y="35100"/>
                  <a:pt x="1359" y="37125"/>
                  <a:pt x="604" y="41175"/>
                </a:cubicBezTo>
                <a:lnTo>
                  <a:pt x="0" y="43200"/>
                </a:lnTo>
              </a:path>
            </a:pathLst>
          </a:custGeom>
          <a:noFill/>
          <a:ln w="36000" cap="flat" cmpd="sng" algn="ctr">
            <a:solidFill>
              <a:srgbClr val="EB46D2">
                <a:alpha val="99999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94385" name=""/>
          <p:cNvSpPr/>
          <p:nvPr/>
        </p:nvSpPr>
        <p:spPr bwMode="auto">
          <a:xfrm>
            <a:off x="6857261" y="4082142"/>
            <a:ext cx="128511" cy="8315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43200"/>
                </a:moveTo>
                <a:cubicBezTo>
                  <a:pt x="15247" y="27490"/>
                  <a:pt x="30494" y="7854"/>
                  <a:pt x="43200" y="0"/>
                </a:cubicBezTo>
              </a:path>
            </a:pathLst>
          </a:custGeom>
          <a:noFill/>
          <a:ln w="36000" cap="flat" cmpd="sng" algn="ctr">
            <a:solidFill>
              <a:srgbClr val="EB46D2">
                <a:alpha val="99999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9796301" name=""/>
          <p:cNvSpPr/>
          <p:nvPr/>
        </p:nvSpPr>
        <p:spPr bwMode="auto">
          <a:xfrm>
            <a:off x="6872380" y="4074583"/>
            <a:ext cx="15118" cy="7559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43200"/>
                </a:moveTo>
                <a:lnTo>
                  <a:pt x="0" y="0"/>
                </a:lnTo>
              </a:path>
            </a:pathLst>
          </a:custGeom>
          <a:noFill/>
          <a:ln w="36000" cap="flat" cmpd="sng" algn="ctr">
            <a:solidFill>
              <a:srgbClr val="EB46D2">
                <a:alpha val="99999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2026-10-11T18:39:37Z</dcterms:modified>
</cp:coreProperties>
</file>